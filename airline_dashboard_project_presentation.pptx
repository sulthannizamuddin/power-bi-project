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6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39451B-4E50-42B2-B74B-21ADD804C0D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4650F9E-0057-458E-9D47-705A907A4233}">
      <dgm:prSet/>
      <dgm:spPr/>
      <dgm:t>
        <a:bodyPr/>
        <a:lstStyle/>
        <a:p>
          <a:r>
            <a:rPr lang="en-US"/>
            <a:t>• Analyze airline operational performance</a:t>
          </a:r>
        </a:p>
      </dgm:t>
    </dgm:pt>
    <dgm:pt modelId="{671F5FCE-80CB-42C0-BED0-32A6BA363770}" type="parTrans" cxnId="{4FF11E54-09BE-4E1E-8B49-EDE1541F825F}">
      <dgm:prSet/>
      <dgm:spPr/>
      <dgm:t>
        <a:bodyPr/>
        <a:lstStyle/>
        <a:p>
          <a:endParaRPr lang="en-US"/>
        </a:p>
      </dgm:t>
    </dgm:pt>
    <dgm:pt modelId="{3C6F1F10-92E5-4682-A65A-42848A304967}" type="sibTrans" cxnId="{4FF11E54-09BE-4E1E-8B49-EDE1541F825F}">
      <dgm:prSet/>
      <dgm:spPr/>
      <dgm:t>
        <a:bodyPr/>
        <a:lstStyle/>
        <a:p>
          <a:endParaRPr lang="en-US"/>
        </a:p>
      </dgm:t>
    </dgm:pt>
    <dgm:pt modelId="{472ACD65-5EC0-4D19-BB24-8AF0BBBE88E4}">
      <dgm:prSet/>
      <dgm:spPr/>
      <dgm:t>
        <a:bodyPr/>
        <a:lstStyle/>
        <a:p>
          <a:r>
            <a:rPr lang="en-US"/>
            <a:t>• Identify patterns in flight delays and cancellations</a:t>
          </a:r>
        </a:p>
      </dgm:t>
    </dgm:pt>
    <dgm:pt modelId="{C0E5864B-B915-471A-87F1-3C39B4B4C8A1}" type="parTrans" cxnId="{90636431-B612-4AAE-89D1-45529B74E2D0}">
      <dgm:prSet/>
      <dgm:spPr/>
      <dgm:t>
        <a:bodyPr/>
        <a:lstStyle/>
        <a:p>
          <a:endParaRPr lang="en-US"/>
        </a:p>
      </dgm:t>
    </dgm:pt>
    <dgm:pt modelId="{3B2E0EBA-F4C3-4676-BC7D-A5E32B111FD3}" type="sibTrans" cxnId="{90636431-B612-4AAE-89D1-45529B74E2D0}">
      <dgm:prSet/>
      <dgm:spPr/>
      <dgm:t>
        <a:bodyPr/>
        <a:lstStyle/>
        <a:p>
          <a:endParaRPr lang="en-US"/>
        </a:p>
      </dgm:t>
    </dgm:pt>
    <dgm:pt modelId="{C9AFAAF8-B18D-4D44-A6E9-F1E91A9C8E31}">
      <dgm:prSet/>
      <dgm:spPr/>
      <dgm:t>
        <a:bodyPr/>
        <a:lstStyle/>
        <a:p>
          <a:r>
            <a:rPr lang="en-US"/>
            <a:t>• Understand major causes of delays</a:t>
          </a:r>
        </a:p>
      </dgm:t>
    </dgm:pt>
    <dgm:pt modelId="{3CB4A059-A668-40C7-AB23-41B437A08CE0}" type="parTrans" cxnId="{2ADF09B4-4BA3-4B75-8537-E4A2DEB769B3}">
      <dgm:prSet/>
      <dgm:spPr/>
      <dgm:t>
        <a:bodyPr/>
        <a:lstStyle/>
        <a:p>
          <a:endParaRPr lang="en-US"/>
        </a:p>
      </dgm:t>
    </dgm:pt>
    <dgm:pt modelId="{B78D88CD-DF16-4875-9797-8B08DBBEF50D}" type="sibTrans" cxnId="{2ADF09B4-4BA3-4B75-8537-E4A2DEB769B3}">
      <dgm:prSet/>
      <dgm:spPr/>
      <dgm:t>
        <a:bodyPr/>
        <a:lstStyle/>
        <a:p>
          <a:endParaRPr lang="en-US"/>
        </a:p>
      </dgm:t>
    </dgm:pt>
    <dgm:pt modelId="{63091377-5ECC-4030-9975-D46873E5E5FE}">
      <dgm:prSet/>
      <dgm:spPr/>
      <dgm:t>
        <a:bodyPr/>
        <a:lstStyle/>
        <a:p>
          <a:r>
            <a:rPr lang="en-US"/>
            <a:t>• Provide insights to improve airline efficiency</a:t>
          </a:r>
        </a:p>
      </dgm:t>
    </dgm:pt>
    <dgm:pt modelId="{AB152DD9-6FF4-4770-82B5-61B409340ED7}" type="parTrans" cxnId="{C8A07612-54C7-4F52-A93B-E7159E569522}">
      <dgm:prSet/>
      <dgm:spPr/>
      <dgm:t>
        <a:bodyPr/>
        <a:lstStyle/>
        <a:p>
          <a:endParaRPr lang="en-US"/>
        </a:p>
      </dgm:t>
    </dgm:pt>
    <dgm:pt modelId="{A2549B20-43CC-492B-ABC0-3892B4ECF3F8}" type="sibTrans" cxnId="{C8A07612-54C7-4F52-A93B-E7159E569522}">
      <dgm:prSet/>
      <dgm:spPr/>
      <dgm:t>
        <a:bodyPr/>
        <a:lstStyle/>
        <a:p>
          <a:endParaRPr lang="en-US"/>
        </a:p>
      </dgm:t>
    </dgm:pt>
    <dgm:pt modelId="{F5EE14F2-3EC8-4F05-938D-F88961E2149E}" type="pres">
      <dgm:prSet presAssocID="{8239451B-4E50-42B2-B74B-21ADD804C0DB}" presName="root" presStyleCnt="0">
        <dgm:presLayoutVars>
          <dgm:dir/>
          <dgm:resizeHandles val="exact"/>
        </dgm:presLayoutVars>
      </dgm:prSet>
      <dgm:spPr/>
    </dgm:pt>
    <dgm:pt modelId="{0C312922-681C-4C50-9E56-A0D4C34BE33D}" type="pres">
      <dgm:prSet presAssocID="{44650F9E-0057-458E-9D47-705A907A4233}" presName="compNode" presStyleCnt="0"/>
      <dgm:spPr/>
    </dgm:pt>
    <dgm:pt modelId="{C05790EB-BEE4-4560-B268-7FB52E61B942}" type="pres">
      <dgm:prSet presAssocID="{44650F9E-0057-458E-9D47-705A907A42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A8D76B19-3371-4416-A0A9-7325C838378B}" type="pres">
      <dgm:prSet presAssocID="{44650F9E-0057-458E-9D47-705A907A4233}" presName="spaceRect" presStyleCnt="0"/>
      <dgm:spPr/>
    </dgm:pt>
    <dgm:pt modelId="{42970C53-412B-4ADF-BDC8-D2CD767D1018}" type="pres">
      <dgm:prSet presAssocID="{44650F9E-0057-458E-9D47-705A907A4233}" presName="textRect" presStyleLbl="revTx" presStyleIdx="0" presStyleCnt="4">
        <dgm:presLayoutVars>
          <dgm:chMax val="1"/>
          <dgm:chPref val="1"/>
        </dgm:presLayoutVars>
      </dgm:prSet>
      <dgm:spPr/>
    </dgm:pt>
    <dgm:pt modelId="{134EDC20-8E9F-4C5D-8602-CE716539120F}" type="pres">
      <dgm:prSet presAssocID="{3C6F1F10-92E5-4682-A65A-42848A304967}" presName="sibTrans" presStyleCnt="0"/>
      <dgm:spPr/>
    </dgm:pt>
    <dgm:pt modelId="{D8BC90D8-3C6E-488C-88DA-DCAB176DC6D1}" type="pres">
      <dgm:prSet presAssocID="{472ACD65-5EC0-4D19-BB24-8AF0BBBE88E4}" presName="compNode" presStyleCnt="0"/>
      <dgm:spPr/>
    </dgm:pt>
    <dgm:pt modelId="{ED21E0B7-6649-4145-8B24-6FD8E2CF32A4}" type="pres">
      <dgm:prSet presAssocID="{472ACD65-5EC0-4D19-BB24-8AF0BBBE88E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0D995B35-71EB-4DDF-950A-0718447802B2}" type="pres">
      <dgm:prSet presAssocID="{472ACD65-5EC0-4D19-BB24-8AF0BBBE88E4}" presName="spaceRect" presStyleCnt="0"/>
      <dgm:spPr/>
    </dgm:pt>
    <dgm:pt modelId="{701131C4-23AE-4AE2-8F0D-732466DCDECD}" type="pres">
      <dgm:prSet presAssocID="{472ACD65-5EC0-4D19-BB24-8AF0BBBE88E4}" presName="textRect" presStyleLbl="revTx" presStyleIdx="1" presStyleCnt="4">
        <dgm:presLayoutVars>
          <dgm:chMax val="1"/>
          <dgm:chPref val="1"/>
        </dgm:presLayoutVars>
      </dgm:prSet>
      <dgm:spPr/>
    </dgm:pt>
    <dgm:pt modelId="{5A14A70D-69CD-4A82-84CE-0E3A77955940}" type="pres">
      <dgm:prSet presAssocID="{3B2E0EBA-F4C3-4676-BC7D-A5E32B111FD3}" presName="sibTrans" presStyleCnt="0"/>
      <dgm:spPr/>
    </dgm:pt>
    <dgm:pt modelId="{F7A4EFEF-760C-4EE2-B5EA-5F550E72A6CE}" type="pres">
      <dgm:prSet presAssocID="{C9AFAAF8-B18D-4D44-A6E9-F1E91A9C8E31}" presName="compNode" presStyleCnt="0"/>
      <dgm:spPr/>
    </dgm:pt>
    <dgm:pt modelId="{2DCAD26E-E613-48F0-B637-5465398D64BA}" type="pres">
      <dgm:prSet presAssocID="{C9AFAAF8-B18D-4D44-A6E9-F1E91A9C8E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"/>
        </a:ext>
      </dgm:extLst>
    </dgm:pt>
    <dgm:pt modelId="{5D849E66-536F-4570-BAC2-DB94B48A9437}" type="pres">
      <dgm:prSet presAssocID="{C9AFAAF8-B18D-4D44-A6E9-F1E91A9C8E31}" presName="spaceRect" presStyleCnt="0"/>
      <dgm:spPr/>
    </dgm:pt>
    <dgm:pt modelId="{1AF55B0E-4001-4B35-A252-2F2D74A6A03E}" type="pres">
      <dgm:prSet presAssocID="{C9AFAAF8-B18D-4D44-A6E9-F1E91A9C8E31}" presName="textRect" presStyleLbl="revTx" presStyleIdx="2" presStyleCnt="4">
        <dgm:presLayoutVars>
          <dgm:chMax val="1"/>
          <dgm:chPref val="1"/>
        </dgm:presLayoutVars>
      </dgm:prSet>
      <dgm:spPr/>
    </dgm:pt>
    <dgm:pt modelId="{355A1DD9-3B86-4C40-A578-721B8AB63001}" type="pres">
      <dgm:prSet presAssocID="{B78D88CD-DF16-4875-9797-8B08DBBEF50D}" presName="sibTrans" presStyleCnt="0"/>
      <dgm:spPr/>
    </dgm:pt>
    <dgm:pt modelId="{A0E08D13-643E-4485-898A-02A64649EA11}" type="pres">
      <dgm:prSet presAssocID="{63091377-5ECC-4030-9975-D46873E5E5FE}" presName="compNode" presStyleCnt="0"/>
      <dgm:spPr/>
    </dgm:pt>
    <dgm:pt modelId="{ADCC63E3-CF18-4F43-B3BC-F6E7B21487DA}" type="pres">
      <dgm:prSet presAssocID="{63091377-5ECC-4030-9975-D46873E5E5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3D2ED85-B8BF-45D9-A325-A3222C10BDEB}" type="pres">
      <dgm:prSet presAssocID="{63091377-5ECC-4030-9975-D46873E5E5FE}" presName="spaceRect" presStyleCnt="0"/>
      <dgm:spPr/>
    </dgm:pt>
    <dgm:pt modelId="{103C8F79-2959-4D26-88BE-D4B32C451D48}" type="pres">
      <dgm:prSet presAssocID="{63091377-5ECC-4030-9975-D46873E5E5F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2FD6C12-1854-4E68-97A1-4E7AEF37EB40}" type="presOf" srcId="{C9AFAAF8-B18D-4D44-A6E9-F1E91A9C8E31}" destId="{1AF55B0E-4001-4B35-A252-2F2D74A6A03E}" srcOrd="0" destOrd="0" presId="urn:microsoft.com/office/officeart/2018/2/layout/IconLabelList"/>
    <dgm:cxn modelId="{C8A07612-54C7-4F52-A93B-E7159E569522}" srcId="{8239451B-4E50-42B2-B74B-21ADD804C0DB}" destId="{63091377-5ECC-4030-9975-D46873E5E5FE}" srcOrd="3" destOrd="0" parTransId="{AB152DD9-6FF4-4770-82B5-61B409340ED7}" sibTransId="{A2549B20-43CC-492B-ABC0-3892B4ECF3F8}"/>
    <dgm:cxn modelId="{FE85811B-BB9C-4FF8-BE40-9EF269668CF1}" type="presOf" srcId="{472ACD65-5EC0-4D19-BB24-8AF0BBBE88E4}" destId="{701131C4-23AE-4AE2-8F0D-732466DCDECD}" srcOrd="0" destOrd="0" presId="urn:microsoft.com/office/officeart/2018/2/layout/IconLabelList"/>
    <dgm:cxn modelId="{90636431-B612-4AAE-89D1-45529B74E2D0}" srcId="{8239451B-4E50-42B2-B74B-21ADD804C0DB}" destId="{472ACD65-5EC0-4D19-BB24-8AF0BBBE88E4}" srcOrd="1" destOrd="0" parTransId="{C0E5864B-B915-471A-87F1-3C39B4B4C8A1}" sibTransId="{3B2E0EBA-F4C3-4676-BC7D-A5E32B111FD3}"/>
    <dgm:cxn modelId="{CEA42868-6056-4AE4-9697-8BC4F19CE5D8}" type="presOf" srcId="{44650F9E-0057-458E-9D47-705A907A4233}" destId="{42970C53-412B-4ADF-BDC8-D2CD767D1018}" srcOrd="0" destOrd="0" presId="urn:microsoft.com/office/officeart/2018/2/layout/IconLabelList"/>
    <dgm:cxn modelId="{8E44B348-F945-484E-819F-849E5232AB7A}" type="presOf" srcId="{63091377-5ECC-4030-9975-D46873E5E5FE}" destId="{103C8F79-2959-4D26-88BE-D4B32C451D48}" srcOrd="0" destOrd="0" presId="urn:microsoft.com/office/officeart/2018/2/layout/IconLabelList"/>
    <dgm:cxn modelId="{4FF11E54-09BE-4E1E-8B49-EDE1541F825F}" srcId="{8239451B-4E50-42B2-B74B-21ADD804C0DB}" destId="{44650F9E-0057-458E-9D47-705A907A4233}" srcOrd="0" destOrd="0" parTransId="{671F5FCE-80CB-42C0-BED0-32A6BA363770}" sibTransId="{3C6F1F10-92E5-4682-A65A-42848A304967}"/>
    <dgm:cxn modelId="{2ADF09B4-4BA3-4B75-8537-E4A2DEB769B3}" srcId="{8239451B-4E50-42B2-B74B-21ADD804C0DB}" destId="{C9AFAAF8-B18D-4D44-A6E9-F1E91A9C8E31}" srcOrd="2" destOrd="0" parTransId="{3CB4A059-A668-40C7-AB23-41B437A08CE0}" sibTransId="{B78D88CD-DF16-4875-9797-8B08DBBEF50D}"/>
    <dgm:cxn modelId="{7D1231BF-2861-4369-9E24-3B169091CE1F}" type="presOf" srcId="{8239451B-4E50-42B2-B74B-21ADD804C0DB}" destId="{F5EE14F2-3EC8-4F05-938D-F88961E2149E}" srcOrd="0" destOrd="0" presId="urn:microsoft.com/office/officeart/2018/2/layout/IconLabelList"/>
    <dgm:cxn modelId="{B56AAE1C-58C4-4237-8046-64C019408B77}" type="presParOf" srcId="{F5EE14F2-3EC8-4F05-938D-F88961E2149E}" destId="{0C312922-681C-4C50-9E56-A0D4C34BE33D}" srcOrd="0" destOrd="0" presId="urn:microsoft.com/office/officeart/2018/2/layout/IconLabelList"/>
    <dgm:cxn modelId="{985177F6-9243-4487-A711-86B796FD0904}" type="presParOf" srcId="{0C312922-681C-4C50-9E56-A0D4C34BE33D}" destId="{C05790EB-BEE4-4560-B268-7FB52E61B942}" srcOrd="0" destOrd="0" presId="urn:microsoft.com/office/officeart/2018/2/layout/IconLabelList"/>
    <dgm:cxn modelId="{1DCD2B52-32F9-4901-9DBA-A381F762EEE6}" type="presParOf" srcId="{0C312922-681C-4C50-9E56-A0D4C34BE33D}" destId="{A8D76B19-3371-4416-A0A9-7325C838378B}" srcOrd="1" destOrd="0" presId="urn:microsoft.com/office/officeart/2018/2/layout/IconLabelList"/>
    <dgm:cxn modelId="{1C421F23-9A40-4925-A9A3-585FEB585C8E}" type="presParOf" srcId="{0C312922-681C-4C50-9E56-A0D4C34BE33D}" destId="{42970C53-412B-4ADF-BDC8-D2CD767D1018}" srcOrd="2" destOrd="0" presId="urn:microsoft.com/office/officeart/2018/2/layout/IconLabelList"/>
    <dgm:cxn modelId="{77F2EA0F-C6F5-436A-AD31-25DDB79D4C79}" type="presParOf" srcId="{F5EE14F2-3EC8-4F05-938D-F88961E2149E}" destId="{134EDC20-8E9F-4C5D-8602-CE716539120F}" srcOrd="1" destOrd="0" presId="urn:microsoft.com/office/officeart/2018/2/layout/IconLabelList"/>
    <dgm:cxn modelId="{A09554C7-D582-4354-A71C-D07A76C7AF64}" type="presParOf" srcId="{F5EE14F2-3EC8-4F05-938D-F88961E2149E}" destId="{D8BC90D8-3C6E-488C-88DA-DCAB176DC6D1}" srcOrd="2" destOrd="0" presId="urn:microsoft.com/office/officeart/2018/2/layout/IconLabelList"/>
    <dgm:cxn modelId="{876680D1-3035-4604-AF47-A497B0AA56F2}" type="presParOf" srcId="{D8BC90D8-3C6E-488C-88DA-DCAB176DC6D1}" destId="{ED21E0B7-6649-4145-8B24-6FD8E2CF32A4}" srcOrd="0" destOrd="0" presId="urn:microsoft.com/office/officeart/2018/2/layout/IconLabelList"/>
    <dgm:cxn modelId="{D8A50210-3E46-4D59-986A-AD73A41E5B7E}" type="presParOf" srcId="{D8BC90D8-3C6E-488C-88DA-DCAB176DC6D1}" destId="{0D995B35-71EB-4DDF-950A-0718447802B2}" srcOrd="1" destOrd="0" presId="urn:microsoft.com/office/officeart/2018/2/layout/IconLabelList"/>
    <dgm:cxn modelId="{3C9869CC-7101-424A-A370-FF7E4E8629E6}" type="presParOf" srcId="{D8BC90D8-3C6E-488C-88DA-DCAB176DC6D1}" destId="{701131C4-23AE-4AE2-8F0D-732466DCDECD}" srcOrd="2" destOrd="0" presId="urn:microsoft.com/office/officeart/2018/2/layout/IconLabelList"/>
    <dgm:cxn modelId="{51C84327-90D2-4D22-9831-3A6602B78565}" type="presParOf" srcId="{F5EE14F2-3EC8-4F05-938D-F88961E2149E}" destId="{5A14A70D-69CD-4A82-84CE-0E3A77955940}" srcOrd="3" destOrd="0" presId="urn:microsoft.com/office/officeart/2018/2/layout/IconLabelList"/>
    <dgm:cxn modelId="{A8E62CC9-0196-428A-8C23-8244E9B5525C}" type="presParOf" srcId="{F5EE14F2-3EC8-4F05-938D-F88961E2149E}" destId="{F7A4EFEF-760C-4EE2-B5EA-5F550E72A6CE}" srcOrd="4" destOrd="0" presId="urn:microsoft.com/office/officeart/2018/2/layout/IconLabelList"/>
    <dgm:cxn modelId="{A4931BB6-6C49-4DB5-BE01-AEDCE8BAA581}" type="presParOf" srcId="{F7A4EFEF-760C-4EE2-B5EA-5F550E72A6CE}" destId="{2DCAD26E-E613-48F0-B637-5465398D64BA}" srcOrd="0" destOrd="0" presId="urn:microsoft.com/office/officeart/2018/2/layout/IconLabelList"/>
    <dgm:cxn modelId="{55AB32DF-E149-4E46-8553-BC622C31E3C0}" type="presParOf" srcId="{F7A4EFEF-760C-4EE2-B5EA-5F550E72A6CE}" destId="{5D849E66-536F-4570-BAC2-DB94B48A9437}" srcOrd="1" destOrd="0" presId="urn:microsoft.com/office/officeart/2018/2/layout/IconLabelList"/>
    <dgm:cxn modelId="{79A987FD-C758-4C7E-A42E-1B45A60E2E43}" type="presParOf" srcId="{F7A4EFEF-760C-4EE2-B5EA-5F550E72A6CE}" destId="{1AF55B0E-4001-4B35-A252-2F2D74A6A03E}" srcOrd="2" destOrd="0" presId="urn:microsoft.com/office/officeart/2018/2/layout/IconLabelList"/>
    <dgm:cxn modelId="{E6C2D1EB-796C-4C1E-AF2A-836069CD7C67}" type="presParOf" srcId="{F5EE14F2-3EC8-4F05-938D-F88961E2149E}" destId="{355A1DD9-3B86-4C40-A578-721B8AB63001}" srcOrd="5" destOrd="0" presId="urn:microsoft.com/office/officeart/2018/2/layout/IconLabelList"/>
    <dgm:cxn modelId="{27328857-322E-4706-BCEA-0C32D058FEF8}" type="presParOf" srcId="{F5EE14F2-3EC8-4F05-938D-F88961E2149E}" destId="{A0E08D13-643E-4485-898A-02A64649EA11}" srcOrd="6" destOrd="0" presId="urn:microsoft.com/office/officeart/2018/2/layout/IconLabelList"/>
    <dgm:cxn modelId="{BFA7E88B-7BAF-4D44-B032-4F9C5DB34A17}" type="presParOf" srcId="{A0E08D13-643E-4485-898A-02A64649EA11}" destId="{ADCC63E3-CF18-4F43-B3BC-F6E7B21487DA}" srcOrd="0" destOrd="0" presId="urn:microsoft.com/office/officeart/2018/2/layout/IconLabelList"/>
    <dgm:cxn modelId="{BC6395A0-94E0-4C55-9649-1E343291819C}" type="presParOf" srcId="{A0E08D13-643E-4485-898A-02A64649EA11}" destId="{F3D2ED85-B8BF-45D9-A325-A3222C10BDEB}" srcOrd="1" destOrd="0" presId="urn:microsoft.com/office/officeart/2018/2/layout/IconLabelList"/>
    <dgm:cxn modelId="{802DAA81-085E-4A19-97C1-5C4F6FCBC216}" type="presParOf" srcId="{A0E08D13-643E-4485-898A-02A64649EA11}" destId="{103C8F79-2959-4D26-88BE-D4B32C451D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E8CA71-9747-4FA5-8360-1CC822B2BD7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566593-1A8A-4EA6-BBD7-02D966F56D1D}">
      <dgm:prSet/>
      <dgm:spPr/>
      <dgm:t>
        <a:bodyPr/>
        <a:lstStyle/>
        <a:p>
          <a:r>
            <a:rPr lang="en-US"/>
            <a:t>Dataset includes:</a:t>
          </a:r>
        </a:p>
      </dgm:t>
    </dgm:pt>
    <dgm:pt modelId="{B49B86B3-DE38-4EA0-A1DF-2B2173705E48}" type="parTrans" cxnId="{43FD9A59-F7D2-4D17-A8A9-91B7D981FE29}">
      <dgm:prSet/>
      <dgm:spPr/>
      <dgm:t>
        <a:bodyPr/>
        <a:lstStyle/>
        <a:p>
          <a:endParaRPr lang="en-US"/>
        </a:p>
      </dgm:t>
    </dgm:pt>
    <dgm:pt modelId="{CBAF9106-EF39-4582-9A1E-2FB39968B88B}" type="sibTrans" cxnId="{43FD9A59-F7D2-4D17-A8A9-91B7D981FE29}">
      <dgm:prSet/>
      <dgm:spPr/>
      <dgm:t>
        <a:bodyPr/>
        <a:lstStyle/>
        <a:p>
          <a:endParaRPr lang="en-US"/>
        </a:p>
      </dgm:t>
    </dgm:pt>
    <dgm:pt modelId="{AB57C168-0B13-4D86-BC17-03107F7F34C3}">
      <dgm:prSet/>
      <dgm:spPr/>
      <dgm:t>
        <a:bodyPr/>
        <a:lstStyle/>
        <a:p>
          <a:r>
            <a:rPr lang="en-US"/>
            <a:t>• Total Flights</a:t>
          </a:r>
        </a:p>
      </dgm:t>
    </dgm:pt>
    <dgm:pt modelId="{717CEA9A-54FE-4DE1-B3E6-322B2016EAF8}" type="parTrans" cxnId="{B27409AF-81F3-486A-A74B-F904B96F2FDB}">
      <dgm:prSet/>
      <dgm:spPr/>
      <dgm:t>
        <a:bodyPr/>
        <a:lstStyle/>
        <a:p>
          <a:endParaRPr lang="en-US"/>
        </a:p>
      </dgm:t>
    </dgm:pt>
    <dgm:pt modelId="{262D7042-7D2A-467F-9BE0-20CBA9CD0BF4}" type="sibTrans" cxnId="{B27409AF-81F3-486A-A74B-F904B96F2FDB}">
      <dgm:prSet/>
      <dgm:spPr/>
      <dgm:t>
        <a:bodyPr/>
        <a:lstStyle/>
        <a:p>
          <a:endParaRPr lang="en-US"/>
        </a:p>
      </dgm:t>
    </dgm:pt>
    <dgm:pt modelId="{5C659521-ABA1-4BA3-838D-04929A2904A7}">
      <dgm:prSet/>
      <dgm:spPr/>
      <dgm:t>
        <a:bodyPr/>
        <a:lstStyle/>
        <a:p>
          <a:r>
            <a:rPr lang="en-US"/>
            <a:t>• Delayed Flights</a:t>
          </a:r>
        </a:p>
      </dgm:t>
    </dgm:pt>
    <dgm:pt modelId="{C72CF3C2-2219-4BE7-985B-397A45E1B5E4}" type="parTrans" cxnId="{E7053B7B-909B-43CF-BEC6-5791EC516D4D}">
      <dgm:prSet/>
      <dgm:spPr/>
      <dgm:t>
        <a:bodyPr/>
        <a:lstStyle/>
        <a:p>
          <a:endParaRPr lang="en-US"/>
        </a:p>
      </dgm:t>
    </dgm:pt>
    <dgm:pt modelId="{F4424C4E-A0E8-4EBB-AF3A-572A8116768F}" type="sibTrans" cxnId="{E7053B7B-909B-43CF-BEC6-5791EC516D4D}">
      <dgm:prSet/>
      <dgm:spPr/>
      <dgm:t>
        <a:bodyPr/>
        <a:lstStyle/>
        <a:p>
          <a:endParaRPr lang="en-US"/>
        </a:p>
      </dgm:t>
    </dgm:pt>
    <dgm:pt modelId="{A9A4686C-B4C6-4739-8112-EC37184A64C4}">
      <dgm:prSet/>
      <dgm:spPr/>
      <dgm:t>
        <a:bodyPr/>
        <a:lstStyle/>
        <a:p>
          <a:r>
            <a:rPr lang="en-US"/>
            <a:t>• Cancelled Flights</a:t>
          </a:r>
        </a:p>
      </dgm:t>
    </dgm:pt>
    <dgm:pt modelId="{C3302BD7-1890-4909-908C-4A29DA0E6363}" type="parTrans" cxnId="{7A5C7FF2-5C43-40BF-8298-7939D18E0A84}">
      <dgm:prSet/>
      <dgm:spPr/>
      <dgm:t>
        <a:bodyPr/>
        <a:lstStyle/>
        <a:p>
          <a:endParaRPr lang="en-US"/>
        </a:p>
      </dgm:t>
    </dgm:pt>
    <dgm:pt modelId="{E465FC71-398E-4C4B-9C0E-71E00604609D}" type="sibTrans" cxnId="{7A5C7FF2-5C43-40BF-8298-7939D18E0A84}">
      <dgm:prSet/>
      <dgm:spPr/>
      <dgm:t>
        <a:bodyPr/>
        <a:lstStyle/>
        <a:p>
          <a:endParaRPr lang="en-US"/>
        </a:p>
      </dgm:t>
    </dgm:pt>
    <dgm:pt modelId="{F66145F9-5157-4EE3-BE8F-1264B12214AF}">
      <dgm:prSet/>
      <dgm:spPr/>
      <dgm:t>
        <a:bodyPr/>
        <a:lstStyle/>
        <a:p>
          <a:r>
            <a:rPr lang="en-US"/>
            <a:t>• Airlines and Airports</a:t>
          </a:r>
        </a:p>
      </dgm:t>
    </dgm:pt>
    <dgm:pt modelId="{F685295B-B336-4F2C-8DB7-F475D333C1AA}" type="parTrans" cxnId="{E7C0B863-6A85-4A15-B579-E4A46FA93EF0}">
      <dgm:prSet/>
      <dgm:spPr/>
      <dgm:t>
        <a:bodyPr/>
        <a:lstStyle/>
        <a:p>
          <a:endParaRPr lang="en-US"/>
        </a:p>
      </dgm:t>
    </dgm:pt>
    <dgm:pt modelId="{E959E06D-7E8B-47D2-9EB5-BFCC1B4562AC}" type="sibTrans" cxnId="{E7C0B863-6A85-4A15-B579-E4A46FA93EF0}">
      <dgm:prSet/>
      <dgm:spPr/>
      <dgm:t>
        <a:bodyPr/>
        <a:lstStyle/>
        <a:p>
          <a:endParaRPr lang="en-US"/>
        </a:p>
      </dgm:t>
    </dgm:pt>
    <dgm:pt modelId="{594CB99C-C9E1-4838-B2B4-3024E4F43012}">
      <dgm:prSet/>
      <dgm:spPr/>
      <dgm:t>
        <a:bodyPr/>
        <a:lstStyle/>
        <a:p>
          <a:r>
            <a:rPr lang="en-US"/>
            <a:t>• Delay Causes</a:t>
          </a:r>
        </a:p>
      </dgm:t>
    </dgm:pt>
    <dgm:pt modelId="{1E3B5721-2BDA-4BCE-AC61-DD74D2351EF3}" type="parTrans" cxnId="{936D3FE9-FFFE-479B-9B7D-4448352CA30A}">
      <dgm:prSet/>
      <dgm:spPr/>
      <dgm:t>
        <a:bodyPr/>
        <a:lstStyle/>
        <a:p>
          <a:endParaRPr lang="en-US"/>
        </a:p>
      </dgm:t>
    </dgm:pt>
    <dgm:pt modelId="{3B0EDD17-4EEC-4AFE-B688-4D9A6622C553}" type="sibTrans" cxnId="{936D3FE9-FFFE-479B-9B7D-4448352CA30A}">
      <dgm:prSet/>
      <dgm:spPr/>
      <dgm:t>
        <a:bodyPr/>
        <a:lstStyle/>
        <a:p>
          <a:endParaRPr lang="en-US"/>
        </a:p>
      </dgm:t>
    </dgm:pt>
    <dgm:pt modelId="{A2FCBD52-C721-4C82-BF5C-F6CC74158968}">
      <dgm:prSet/>
      <dgm:spPr/>
      <dgm:t>
        <a:bodyPr/>
        <a:lstStyle/>
        <a:p>
          <a:r>
            <a:rPr lang="en-US"/>
            <a:t>• Month and Year information</a:t>
          </a:r>
        </a:p>
      </dgm:t>
    </dgm:pt>
    <dgm:pt modelId="{E894C78B-3CCC-48BA-87BE-81AC53E8A4FE}" type="parTrans" cxnId="{3B0E7E5D-049F-4798-B6E3-A389BEB123D7}">
      <dgm:prSet/>
      <dgm:spPr/>
      <dgm:t>
        <a:bodyPr/>
        <a:lstStyle/>
        <a:p>
          <a:endParaRPr lang="en-US"/>
        </a:p>
      </dgm:t>
    </dgm:pt>
    <dgm:pt modelId="{1868811C-3821-4061-873A-C29008B4F297}" type="sibTrans" cxnId="{3B0E7E5D-049F-4798-B6E3-A389BEB123D7}">
      <dgm:prSet/>
      <dgm:spPr/>
      <dgm:t>
        <a:bodyPr/>
        <a:lstStyle/>
        <a:p>
          <a:endParaRPr lang="en-US"/>
        </a:p>
      </dgm:t>
    </dgm:pt>
    <dgm:pt modelId="{8787CB44-0662-4E48-9CFC-E4B8BEED5FE8}" type="pres">
      <dgm:prSet presAssocID="{44E8CA71-9747-4FA5-8360-1CC822B2BD75}" presName="Name0" presStyleCnt="0">
        <dgm:presLayoutVars>
          <dgm:dir/>
          <dgm:animLvl val="lvl"/>
          <dgm:resizeHandles val="exact"/>
        </dgm:presLayoutVars>
      </dgm:prSet>
      <dgm:spPr/>
    </dgm:pt>
    <dgm:pt modelId="{18EE2C0A-892E-43E8-8ACE-83CC298F6EAB}" type="pres">
      <dgm:prSet presAssocID="{A5566593-1A8A-4EA6-BBD7-02D966F56D1D}" presName="linNode" presStyleCnt="0"/>
      <dgm:spPr/>
    </dgm:pt>
    <dgm:pt modelId="{3894D225-8C5D-476A-84E6-203D7C83E3FF}" type="pres">
      <dgm:prSet presAssocID="{A5566593-1A8A-4EA6-BBD7-02D966F56D1D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79A93BAB-B49E-4764-9BDE-399F87E482F0}" type="pres">
      <dgm:prSet presAssocID="{CBAF9106-EF39-4582-9A1E-2FB39968B88B}" presName="sp" presStyleCnt="0"/>
      <dgm:spPr/>
    </dgm:pt>
    <dgm:pt modelId="{508D4D00-4D71-4557-9EC5-7CB77F4E4815}" type="pres">
      <dgm:prSet presAssocID="{AB57C168-0B13-4D86-BC17-03107F7F34C3}" presName="linNode" presStyleCnt="0"/>
      <dgm:spPr/>
    </dgm:pt>
    <dgm:pt modelId="{D8DC940A-7872-400D-94E8-77EFBE617940}" type="pres">
      <dgm:prSet presAssocID="{AB57C168-0B13-4D86-BC17-03107F7F34C3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DBFB0609-5966-43DF-8111-7439466241E7}" type="pres">
      <dgm:prSet presAssocID="{262D7042-7D2A-467F-9BE0-20CBA9CD0BF4}" presName="sp" presStyleCnt="0"/>
      <dgm:spPr/>
    </dgm:pt>
    <dgm:pt modelId="{C12D6E88-EC72-4536-9BF9-4D19FE4452A5}" type="pres">
      <dgm:prSet presAssocID="{5C659521-ABA1-4BA3-838D-04929A2904A7}" presName="linNode" presStyleCnt="0"/>
      <dgm:spPr/>
    </dgm:pt>
    <dgm:pt modelId="{B464D6DD-85D5-4F3C-8AF4-B48A6883EA57}" type="pres">
      <dgm:prSet presAssocID="{5C659521-ABA1-4BA3-838D-04929A2904A7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F0057026-502B-4870-AD79-0B161A3777B7}" type="pres">
      <dgm:prSet presAssocID="{F4424C4E-A0E8-4EBB-AF3A-572A8116768F}" presName="sp" presStyleCnt="0"/>
      <dgm:spPr/>
    </dgm:pt>
    <dgm:pt modelId="{728E28B8-D18E-4916-ADBB-76696CF556D5}" type="pres">
      <dgm:prSet presAssocID="{A9A4686C-B4C6-4739-8112-EC37184A64C4}" presName="linNode" presStyleCnt="0"/>
      <dgm:spPr/>
    </dgm:pt>
    <dgm:pt modelId="{B6CF4313-1E17-428B-8178-7BDE029EFDCC}" type="pres">
      <dgm:prSet presAssocID="{A9A4686C-B4C6-4739-8112-EC37184A64C4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9917C6C2-6DE4-46CB-AB4F-E3267102EB64}" type="pres">
      <dgm:prSet presAssocID="{E465FC71-398E-4C4B-9C0E-71E00604609D}" presName="sp" presStyleCnt="0"/>
      <dgm:spPr/>
    </dgm:pt>
    <dgm:pt modelId="{56FE11E5-0D4F-44AD-AABA-853DD1389243}" type="pres">
      <dgm:prSet presAssocID="{F66145F9-5157-4EE3-BE8F-1264B12214AF}" presName="linNode" presStyleCnt="0"/>
      <dgm:spPr/>
    </dgm:pt>
    <dgm:pt modelId="{FA08B8D4-11D4-4560-9F92-3E72E1F6B52D}" type="pres">
      <dgm:prSet presAssocID="{F66145F9-5157-4EE3-BE8F-1264B12214AF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87B28069-26D2-47B9-AEC2-BB125677B646}" type="pres">
      <dgm:prSet presAssocID="{E959E06D-7E8B-47D2-9EB5-BFCC1B4562AC}" presName="sp" presStyleCnt="0"/>
      <dgm:spPr/>
    </dgm:pt>
    <dgm:pt modelId="{A21CEF01-F877-41FB-9487-FF427B56F272}" type="pres">
      <dgm:prSet presAssocID="{594CB99C-C9E1-4838-B2B4-3024E4F43012}" presName="linNode" presStyleCnt="0"/>
      <dgm:spPr/>
    </dgm:pt>
    <dgm:pt modelId="{F2E95B2F-1D07-4E22-818F-2B01FC98B77D}" type="pres">
      <dgm:prSet presAssocID="{594CB99C-C9E1-4838-B2B4-3024E4F43012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A46700B1-7060-42B7-A98F-14A163CDAE4B}" type="pres">
      <dgm:prSet presAssocID="{3B0EDD17-4EEC-4AFE-B688-4D9A6622C553}" presName="sp" presStyleCnt="0"/>
      <dgm:spPr/>
    </dgm:pt>
    <dgm:pt modelId="{F0CA332C-05E7-4859-BAD5-5B75EAF7A64D}" type="pres">
      <dgm:prSet presAssocID="{A2FCBD52-C721-4C82-BF5C-F6CC74158968}" presName="linNode" presStyleCnt="0"/>
      <dgm:spPr/>
    </dgm:pt>
    <dgm:pt modelId="{7251C711-99DD-4BFD-ADF7-B3FCA0935E8F}" type="pres">
      <dgm:prSet presAssocID="{A2FCBD52-C721-4C82-BF5C-F6CC74158968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8EDE1734-D6BD-4767-8C13-E3694DDBC9C0}" type="presOf" srcId="{AB57C168-0B13-4D86-BC17-03107F7F34C3}" destId="{D8DC940A-7872-400D-94E8-77EFBE617940}" srcOrd="0" destOrd="0" presId="urn:microsoft.com/office/officeart/2005/8/layout/vList5"/>
    <dgm:cxn modelId="{31D1CA37-2F98-4C42-8A28-4E79E3CB30F3}" type="presOf" srcId="{44E8CA71-9747-4FA5-8360-1CC822B2BD75}" destId="{8787CB44-0662-4E48-9CFC-E4B8BEED5FE8}" srcOrd="0" destOrd="0" presId="urn:microsoft.com/office/officeart/2005/8/layout/vList5"/>
    <dgm:cxn modelId="{8DDDD539-D699-4040-99AF-8EA0820B18C9}" type="presOf" srcId="{F66145F9-5157-4EE3-BE8F-1264B12214AF}" destId="{FA08B8D4-11D4-4560-9F92-3E72E1F6B52D}" srcOrd="0" destOrd="0" presId="urn:microsoft.com/office/officeart/2005/8/layout/vList5"/>
    <dgm:cxn modelId="{3B0E7E5D-049F-4798-B6E3-A389BEB123D7}" srcId="{44E8CA71-9747-4FA5-8360-1CC822B2BD75}" destId="{A2FCBD52-C721-4C82-BF5C-F6CC74158968}" srcOrd="6" destOrd="0" parTransId="{E894C78B-3CCC-48BA-87BE-81AC53E8A4FE}" sibTransId="{1868811C-3821-4061-873A-C29008B4F297}"/>
    <dgm:cxn modelId="{E7C0B863-6A85-4A15-B579-E4A46FA93EF0}" srcId="{44E8CA71-9747-4FA5-8360-1CC822B2BD75}" destId="{F66145F9-5157-4EE3-BE8F-1264B12214AF}" srcOrd="4" destOrd="0" parTransId="{F685295B-B336-4F2C-8DB7-F475D333C1AA}" sibTransId="{E959E06D-7E8B-47D2-9EB5-BFCC1B4562AC}"/>
    <dgm:cxn modelId="{AC25674B-F4E6-4388-8DAF-508DC176568B}" type="presOf" srcId="{A9A4686C-B4C6-4739-8112-EC37184A64C4}" destId="{B6CF4313-1E17-428B-8178-7BDE029EFDCC}" srcOrd="0" destOrd="0" presId="urn:microsoft.com/office/officeart/2005/8/layout/vList5"/>
    <dgm:cxn modelId="{43FD9A59-F7D2-4D17-A8A9-91B7D981FE29}" srcId="{44E8CA71-9747-4FA5-8360-1CC822B2BD75}" destId="{A5566593-1A8A-4EA6-BBD7-02D966F56D1D}" srcOrd="0" destOrd="0" parTransId="{B49B86B3-DE38-4EA0-A1DF-2B2173705E48}" sibTransId="{CBAF9106-EF39-4582-9A1E-2FB39968B88B}"/>
    <dgm:cxn modelId="{E7053B7B-909B-43CF-BEC6-5791EC516D4D}" srcId="{44E8CA71-9747-4FA5-8360-1CC822B2BD75}" destId="{5C659521-ABA1-4BA3-838D-04929A2904A7}" srcOrd="2" destOrd="0" parTransId="{C72CF3C2-2219-4BE7-985B-397A45E1B5E4}" sibTransId="{F4424C4E-A0E8-4EBB-AF3A-572A8116768F}"/>
    <dgm:cxn modelId="{78ABCBA7-F82D-4A20-8BFC-0186928734AB}" type="presOf" srcId="{594CB99C-C9E1-4838-B2B4-3024E4F43012}" destId="{F2E95B2F-1D07-4E22-818F-2B01FC98B77D}" srcOrd="0" destOrd="0" presId="urn:microsoft.com/office/officeart/2005/8/layout/vList5"/>
    <dgm:cxn modelId="{CAB284AA-1290-47FD-8E56-02B829A7546B}" type="presOf" srcId="{A5566593-1A8A-4EA6-BBD7-02D966F56D1D}" destId="{3894D225-8C5D-476A-84E6-203D7C83E3FF}" srcOrd="0" destOrd="0" presId="urn:microsoft.com/office/officeart/2005/8/layout/vList5"/>
    <dgm:cxn modelId="{B27409AF-81F3-486A-A74B-F904B96F2FDB}" srcId="{44E8CA71-9747-4FA5-8360-1CC822B2BD75}" destId="{AB57C168-0B13-4D86-BC17-03107F7F34C3}" srcOrd="1" destOrd="0" parTransId="{717CEA9A-54FE-4DE1-B3E6-322B2016EAF8}" sibTransId="{262D7042-7D2A-467F-9BE0-20CBA9CD0BF4}"/>
    <dgm:cxn modelId="{1F0433AF-5F34-4EA6-B749-9D9B214F8DD2}" type="presOf" srcId="{5C659521-ABA1-4BA3-838D-04929A2904A7}" destId="{B464D6DD-85D5-4F3C-8AF4-B48A6883EA57}" srcOrd="0" destOrd="0" presId="urn:microsoft.com/office/officeart/2005/8/layout/vList5"/>
    <dgm:cxn modelId="{1468ECD4-C049-42E2-B7D9-D160AEA94F28}" type="presOf" srcId="{A2FCBD52-C721-4C82-BF5C-F6CC74158968}" destId="{7251C711-99DD-4BFD-ADF7-B3FCA0935E8F}" srcOrd="0" destOrd="0" presId="urn:microsoft.com/office/officeart/2005/8/layout/vList5"/>
    <dgm:cxn modelId="{936D3FE9-FFFE-479B-9B7D-4448352CA30A}" srcId="{44E8CA71-9747-4FA5-8360-1CC822B2BD75}" destId="{594CB99C-C9E1-4838-B2B4-3024E4F43012}" srcOrd="5" destOrd="0" parTransId="{1E3B5721-2BDA-4BCE-AC61-DD74D2351EF3}" sibTransId="{3B0EDD17-4EEC-4AFE-B688-4D9A6622C553}"/>
    <dgm:cxn modelId="{7A5C7FF2-5C43-40BF-8298-7939D18E0A84}" srcId="{44E8CA71-9747-4FA5-8360-1CC822B2BD75}" destId="{A9A4686C-B4C6-4739-8112-EC37184A64C4}" srcOrd="3" destOrd="0" parTransId="{C3302BD7-1890-4909-908C-4A29DA0E6363}" sibTransId="{E465FC71-398E-4C4B-9C0E-71E00604609D}"/>
    <dgm:cxn modelId="{63B38606-5669-4ACD-8B4E-D29EA24C5435}" type="presParOf" srcId="{8787CB44-0662-4E48-9CFC-E4B8BEED5FE8}" destId="{18EE2C0A-892E-43E8-8ACE-83CC298F6EAB}" srcOrd="0" destOrd="0" presId="urn:microsoft.com/office/officeart/2005/8/layout/vList5"/>
    <dgm:cxn modelId="{14574B8C-BCDC-4F13-8F7E-A7D5BE418812}" type="presParOf" srcId="{18EE2C0A-892E-43E8-8ACE-83CC298F6EAB}" destId="{3894D225-8C5D-476A-84E6-203D7C83E3FF}" srcOrd="0" destOrd="0" presId="urn:microsoft.com/office/officeart/2005/8/layout/vList5"/>
    <dgm:cxn modelId="{55A38ADE-909A-4A83-B111-7B18858E48E7}" type="presParOf" srcId="{8787CB44-0662-4E48-9CFC-E4B8BEED5FE8}" destId="{79A93BAB-B49E-4764-9BDE-399F87E482F0}" srcOrd="1" destOrd="0" presId="urn:microsoft.com/office/officeart/2005/8/layout/vList5"/>
    <dgm:cxn modelId="{30F46AF8-D5AD-4C26-A8D1-69D5C681CED9}" type="presParOf" srcId="{8787CB44-0662-4E48-9CFC-E4B8BEED5FE8}" destId="{508D4D00-4D71-4557-9EC5-7CB77F4E4815}" srcOrd="2" destOrd="0" presId="urn:microsoft.com/office/officeart/2005/8/layout/vList5"/>
    <dgm:cxn modelId="{90CDF8D9-7FFE-457B-B2F0-59369A29F47B}" type="presParOf" srcId="{508D4D00-4D71-4557-9EC5-7CB77F4E4815}" destId="{D8DC940A-7872-400D-94E8-77EFBE617940}" srcOrd="0" destOrd="0" presId="urn:microsoft.com/office/officeart/2005/8/layout/vList5"/>
    <dgm:cxn modelId="{D9E57072-BD08-443D-A4EF-40C34734F914}" type="presParOf" srcId="{8787CB44-0662-4E48-9CFC-E4B8BEED5FE8}" destId="{DBFB0609-5966-43DF-8111-7439466241E7}" srcOrd="3" destOrd="0" presId="urn:microsoft.com/office/officeart/2005/8/layout/vList5"/>
    <dgm:cxn modelId="{B72C7EBF-00D8-46B3-B9BB-BF6874BBB892}" type="presParOf" srcId="{8787CB44-0662-4E48-9CFC-E4B8BEED5FE8}" destId="{C12D6E88-EC72-4536-9BF9-4D19FE4452A5}" srcOrd="4" destOrd="0" presId="urn:microsoft.com/office/officeart/2005/8/layout/vList5"/>
    <dgm:cxn modelId="{FBE25E5C-5C64-41CF-A69A-3707B38C27A9}" type="presParOf" srcId="{C12D6E88-EC72-4536-9BF9-4D19FE4452A5}" destId="{B464D6DD-85D5-4F3C-8AF4-B48A6883EA57}" srcOrd="0" destOrd="0" presId="urn:microsoft.com/office/officeart/2005/8/layout/vList5"/>
    <dgm:cxn modelId="{80BB18C3-9C22-4D0C-B81A-BD5B7C1849F9}" type="presParOf" srcId="{8787CB44-0662-4E48-9CFC-E4B8BEED5FE8}" destId="{F0057026-502B-4870-AD79-0B161A3777B7}" srcOrd="5" destOrd="0" presId="urn:microsoft.com/office/officeart/2005/8/layout/vList5"/>
    <dgm:cxn modelId="{BC1A9719-7AF4-47F7-BDDE-85923704C458}" type="presParOf" srcId="{8787CB44-0662-4E48-9CFC-E4B8BEED5FE8}" destId="{728E28B8-D18E-4916-ADBB-76696CF556D5}" srcOrd="6" destOrd="0" presId="urn:microsoft.com/office/officeart/2005/8/layout/vList5"/>
    <dgm:cxn modelId="{254AB777-BDAE-45AF-9623-A23697E5C927}" type="presParOf" srcId="{728E28B8-D18E-4916-ADBB-76696CF556D5}" destId="{B6CF4313-1E17-428B-8178-7BDE029EFDCC}" srcOrd="0" destOrd="0" presId="urn:microsoft.com/office/officeart/2005/8/layout/vList5"/>
    <dgm:cxn modelId="{E53DAA9B-B719-4D24-8E25-114A845883AA}" type="presParOf" srcId="{8787CB44-0662-4E48-9CFC-E4B8BEED5FE8}" destId="{9917C6C2-6DE4-46CB-AB4F-E3267102EB64}" srcOrd="7" destOrd="0" presId="urn:microsoft.com/office/officeart/2005/8/layout/vList5"/>
    <dgm:cxn modelId="{062A345A-1681-462E-A799-2E35A89CF7B9}" type="presParOf" srcId="{8787CB44-0662-4E48-9CFC-E4B8BEED5FE8}" destId="{56FE11E5-0D4F-44AD-AABA-853DD1389243}" srcOrd="8" destOrd="0" presId="urn:microsoft.com/office/officeart/2005/8/layout/vList5"/>
    <dgm:cxn modelId="{B3AC5977-310A-4D43-A9DB-12D9AA9037D9}" type="presParOf" srcId="{56FE11E5-0D4F-44AD-AABA-853DD1389243}" destId="{FA08B8D4-11D4-4560-9F92-3E72E1F6B52D}" srcOrd="0" destOrd="0" presId="urn:microsoft.com/office/officeart/2005/8/layout/vList5"/>
    <dgm:cxn modelId="{72CD49C9-D2B5-43DC-AEB4-FFE9BF236E92}" type="presParOf" srcId="{8787CB44-0662-4E48-9CFC-E4B8BEED5FE8}" destId="{87B28069-26D2-47B9-AEC2-BB125677B646}" srcOrd="9" destOrd="0" presId="urn:microsoft.com/office/officeart/2005/8/layout/vList5"/>
    <dgm:cxn modelId="{8DBC0DC2-E5E2-4616-8E90-D560B87A1AFF}" type="presParOf" srcId="{8787CB44-0662-4E48-9CFC-E4B8BEED5FE8}" destId="{A21CEF01-F877-41FB-9487-FF427B56F272}" srcOrd="10" destOrd="0" presId="urn:microsoft.com/office/officeart/2005/8/layout/vList5"/>
    <dgm:cxn modelId="{BCE56A1E-FB66-425D-A4EF-D6F9F5AF3974}" type="presParOf" srcId="{A21CEF01-F877-41FB-9487-FF427B56F272}" destId="{F2E95B2F-1D07-4E22-818F-2B01FC98B77D}" srcOrd="0" destOrd="0" presId="urn:microsoft.com/office/officeart/2005/8/layout/vList5"/>
    <dgm:cxn modelId="{A3FD2C0B-D744-497A-A9A0-3F7757397C98}" type="presParOf" srcId="{8787CB44-0662-4E48-9CFC-E4B8BEED5FE8}" destId="{A46700B1-7060-42B7-A98F-14A163CDAE4B}" srcOrd="11" destOrd="0" presId="urn:microsoft.com/office/officeart/2005/8/layout/vList5"/>
    <dgm:cxn modelId="{F203BBAE-D8CC-4D83-B273-B4FAA0F5CF17}" type="presParOf" srcId="{8787CB44-0662-4E48-9CFC-E4B8BEED5FE8}" destId="{F0CA332C-05E7-4859-BAD5-5B75EAF7A64D}" srcOrd="12" destOrd="0" presId="urn:microsoft.com/office/officeart/2005/8/layout/vList5"/>
    <dgm:cxn modelId="{A0254F14-CFF7-4B50-A944-66A8997BDCAB}" type="presParOf" srcId="{F0CA332C-05E7-4859-BAD5-5B75EAF7A64D}" destId="{7251C711-99DD-4BFD-ADF7-B3FCA0935E8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303356-ADBC-4D5C-A181-92B26ACCF15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8E4BFA-5B57-4F87-887A-BF9E6A2DE54B}">
      <dgm:prSet/>
      <dgm:spPr/>
      <dgm:t>
        <a:bodyPr/>
        <a:lstStyle/>
        <a:p>
          <a:pPr>
            <a:defRPr cap="all"/>
          </a:pPr>
          <a:r>
            <a:rPr lang="en-US"/>
            <a:t>• Shows total flights and delayed flights</a:t>
          </a:r>
        </a:p>
      </dgm:t>
    </dgm:pt>
    <dgm:pt modelId="{F47F0E74-D789-4668-980C-2B622DF97D5F}" type="parTrans" cxnId="{8F4DA55D-0BBE-4D67-B462-7BCFF989102A}">
      <dgm:prSet/>
      <dgm:spPr/>
      <dgm:t>
        <a:bodyPr/>
        <a:lstStyle/>
        <a:p>
          <a:endParaRPr lang="en-US"/>
        </a:p>
      </dgm:t>
    </dgm:pt>
    <dgm:pt modelId="{99177026-DE72-4215-930D-B9B36E0125AD}" type="sibTrans" cxnId="{8F4DA55D-0BBE-4D67-B462-7BCFF989102A}">
      <dgm:prSet/>
      <dgm:spPr/>
      <dgm:t>
        <a:bodyPr/>
        <a:lstStyle/>
        <a:p>
          <a:endParaRPr lang="en-US"/>
        </a:p>
      </dgm:t>
    </dgm:pt>
    <dgm:pt modelId="{D734EFAA-124C-44A6-A003-891E6A771586}">
      <dgm:prSet/>
      <dgm:spPr/>
      <dgm:t>
        <a:bodyPr/>
        <a:lstStyle/>
        <a:p>
          <a:pPr>
            <a:defRPr cap="all"/>
          </a:pPr>
          <a:r>
            <a:rPr lang="en-US"/>
            <a:t>• Displays delay rate compared with target</a:t>
          </a:r>
        </a:p>
      </dgm:t>
    </dgm:pt>
    <dgm:pt modelId="{D03B366C-EA2B-4B16-A5C4-6DD51621F0ED}" type="parTrans" cxnId="{FD98E848-0BFC-4A80-9ED8-69EF077F2C9E}">
      <dgm:prSet/>
      <dgm:spPr/>
      <dgm:t>
        <a:bodyPr/>
        <a:lstStyle/>
        <a:p>
          <a:endParaRPr lang="en-US"/>
        </a:p>
      </dgm:t>
    </dgm:pt>
    <dgm:pt modelId="{8460141B-16E7-428A-B91E-ADED8C4D8B0F}" type="sibTrans" cxnId="{FD98E848-0BFC-4A80-9ED8-69EF077F2C9E}">
      <dgm:prSet/>
      <dgm:spPr/>
      <dgm:t>
        <a:bodyPr/>
        <a:lstStyle/>
        <a:p>
          <a:endParaRPr lang="en-US"/>
        </a:p>
      </dgm:t>
    </dgm:pt>
    <dgm:pt modelId="{D530A569-50AD-41F3-9AD5-5A3891A418DF}">
      <dgm:prSet/>
      <dgm:spPr/>
      <dgm:t>
        <a:bodyPr/>
        <a:lstStyle/>
        <a:p>
          <a:pPr>
            <a:defRPr cap="all"/>
          </a:pPr>
          <a:r>
            <a:rPr lang="en-US"/>
            <a:t>• Monthly delay trend identifies seasonal patterns</a:t>
          </a:r>
        </a:p>
      </dgm:t>
    </dgm:pt>
    <dgm:pt modelId="{26F6A2F8-4227-41BD-9E82-CA0A34C49FA0}" type="parTrans" cxnId="{7498805B-D3CB-4420-A8C8-A5DC61A98F30}">
      <dgm:prSet/>
      <dgm:spPr/>
      <dgm:t>
        <a:bodyPr/>
        <a:lstStyle/>
        <a:p>
          <a:endParaRPr lang="en-US"/>
        </a:p>
      </dgm:t>
    </dgm:pt>
    <dgm:pt modelId="{615D5FD7-95BA-4AA9-B8C2-04E36279D9F4}" type="sibTrans" cxnId="{7498805B-D3CB-4420-A8C8-A5DC61A98F30}">
      <dgm:prSet/>
      <dgm:spPr/>
      <dgm:t>
        <a:bodyPr/>
        <a:lstStyle/>
        <a:p>
          <a:endParaRPr lang="en-US"/>
        </a:p>
      </dgm:t>
    </dgm:pt>
    <dgm:pt modelId="{BCEB5E9C-1385-45AC-A5BF-60C8466B4B5D}">
      <dgm:prSet/>
      <dgm:spPr/>
      <dgm:t>
        <a:bodyPr/>
        <a:lstStyle/>
        <a:p>
          <a:pPr>
            <a:defRPr cap="all"/>
          </a:pPr>
          <a:r>
            <a:rPr lang="en-US"/>
            <a:t>• Airline comparison highlights airlines with more delays</a:t>
          </a:r>
        </a:p>
      </dgm:t>
    </dgm:pt>
    <dgm:pt modelId="{E9FBF867-AEDC-4D37-BAFF-AFD8B1737A45}" type="parTrans" cxnId="{966EC72D-840F-4221-B2DB-816D12E4567F}">
      <dgm:prSet/>
      <dgm:spPr/>
      <dgm:t>
        <a:bodyPr/>
        <a:lstStyle/>
        <a:p>
          <a:endParaRPr lang="en-US"/>
        </a:p>
      </dgm:t>
    </dgm:pt>
    <dgm:pt modelId="{CC5C310C-AA25-4A5C-8906-8FD6438C669C}" type="sibTrans" cxnId="{966EC72D-840F-4221-B2DB-816D12E4567F}">
      <dgm:prSet/>
      <dgm:spPr/>
      <dgm:t>
        <a:bodyPr/>
        <a:lstStyle/>
        <a:p>
          <a:endParaRPr lang="en-US"/>
        </a:p>
      </dgm:t>
    </dgm:pt>
    <dgm:pt modelId="{E03C11E1-D086-48AE-A3E1-FEEA7B6E1D14}">
      <dgm:prSet/>
      <dgm:spPr/>
      <dgm:t>
        <a:bodyPr/>
        <a:lstStyle/>
        <a:p>
          <a:pPr>
            <a:defRPr cap="all"/>
          </a:pPr>
          <a:r>
            <a:rPr lang="en-US"/>
            <a:t>• Delay causes visualization explains operational issues</a:t>
          </a:r>
        </a:p>
      </dgm:t>
    </dgm:pt>
    <dgm:pt modelId="{3744800D-E374-4C18-8946-3CA79DB01F0B}" type="parTrans" cxnId="{3DD78B52-8F99-4BEF-8F8E-283E397AB0FB}">
      <dgm:prSet/>
      <dgm:spPr/>
      <dgm:t>
        <a:bodyPr/>
        <a:lstStyle/>
        <a:p>
          <a:endParaRPr lang="en-US"/>
        </a:p>
      </dgm:t>
    </dgm:pt>
    <dgm:pt modelId="{366CD64A-5A6A-49FB-932B-5CA38FEED72F}" type="sibTrans" cxnId="{3DD78B52-8F99-4BEF-8F8E-283E397AB0FB}">
      <dgm:prSet/>
      <dgm:spPr/>
      <dgm:t>
        <a:bodyPr/>
        <a:lstStyle/>
        <a:p>
          <a:endParaRPr lang="en-US"/>
        </a:p>
      </dgm:t>
    </dgm:pt>
    <dgm:pt modelId="{4A92B518-DFAB-4DB6-BA90-080AC09571DD}" type="pres">
      <dgm:prSet presAssocID="{F5303356-ADBC-4D5C-A181-92B26ACCF15D}" presName="root" presStyleCnt="0">
        <dgm:presLayoutVars>
          <dgm:dir/>
          <dgm:resizeHandles val="exact"/>
        </dgm:presLayoutVars>
      </dgm:prSet>
      <dgm:spPr/>
    </dgm:pt>
    <dgm:pt modelId="{D5CD7810-C507-4044-BB30-FCA948240540}" type="pres">
      <dgm:prSet presAssocID="{F28E4BFA-5B57-4F87-887A-BF9E6A2DE54B}" presName="compNode" presStyleCnt="0"/>
      <dgm:spPr/>
    </dgm:pt>
    <dgm:pt modelId="{8255EAF7-ED51-4C79-B070-E1EA00E91C9B}" type="pres">
      <dgm:prSet presAssocID="{F28E4BFA-5B57-4F87-887A-BF9E6A2DE54B}" presName="iconBgRect" presStyleLbl="bgShp" presStyleIdx="0" presStyleCnt="5"/>
      <dgm:spPr/>
    </dgm:pt>
    <dgm:pt modelId="{741A9CBA-BA6E-4246-9D65-46153615B578}" type="pres">
      <dgm:prSet presAssocID="{F28E4BFA-5B57-4F87-887A-BF9E6A2DE54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E5D325A7-A3B9-4FDF-AF5D-BD00A1CD3D07}" type="pres">
      <dgm:prSet presAssocID="{F28E4BFA-5B57-4F87-887A-BF9E6A2DE54B}" presName="spaceRect" presStyleCnt="0"/>
      <dgm:spPr/>
    </dgm:pt>
    <dgm:pt modelId="{798B2C7B-0EAB-435C-BED1-30E480A3FD3F}" type="pres">
      <dgm:prSet presAssocID="{F28E4BFA-5B57-4F87-887A-BF9E6A2DE54B}" presName="textRect" presStyleLbl="revTx" presStyleIdx="0" presStyleCnt="5">
        <dgm:presLayoutVars>
          <dgm:chMax val="1"/>
          <dgm:chPref val="1"/>
        </dgm:presLayoutVars>
      </dgm:prSet>
      <dgm:spPr/>
    </dgm:pt>
    <dgm:pt modelId="{6294383E-CF19-4330-A253-0D966E1DA392}" type="pres">
      <dgm:prSet presAssocID="{99177026-DE72-4215-930D-B9B36E0125AD}" presName="sibTrans" presStyleCnt="0"/>
      <dgm:spPr/>
    </dgm:pt>
    <dgm:pt modelId="{30834CAE-BAA8-4404-98EC-E5AAE0861009}" type="pres">
      <dgm:prSet presAssocID="{D734EFAA-124C-44A6-A003-891E6A771586}" presName="compNode" presStyleCnt="0"/>
      <dgm:spPr/>
    </dgm:pt>
    <dgm:pt modelId="{52786D12-40BE-465C-A36A-03F402926DDF}" type="pres">
      <dgm:prSet presAssocID="{D734EFAA-124C-44A6-A003-891E6A771586}" presName="iconBgRect" presStyleLbl="bgShp" presStyleIdx="1" presStyleCnt="5"/>
      <dgm:spPr/>
    </dgm:pt>
    <dgm:pt modelId="{00589683-6B9C-4619-A103-773D147AABDA}" type="pres">
      <dgm:prSet presAssocID="{D734EFAA-124C-44A6-A003-891E6A77158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7E8ECB2-AECE-4900-B189-CDA58CD0EE4D}" type="pres">
      <dgm:prSet presAssocID="{D734EFAA-124C-44A6-A003-891E6A771586}" presName="spaceRect" presStyleCnt="0"/>
      <dgm:spPr/>
    </dgm:pt>
    <dgm:pt modelId="{A2090F8E-2940-4766-9D6A-4456166B80CB}" type="pres">
      <dgm:prSet presAssocID="{D734EFAA-124C-44A6-A003-891E6A771586}" presName="textRect" presStyleLbl="revTx" presStyleIdx="1" presStyleCnt="5">
        <dgm:presLayoutVars>
          <dgm:chMax val="1"/>
          <dgm:chPref val="1"/>
        </dgm:presLayoutVars>
      </dgm:prSet>
      <dgm:spPr/>
    </dgm:pt>
    <dgm:pt modelId="{23ED78B4-32E6-451D-9F84-39C625E81D06}" type="pres">
      <dgm:prSet presAssocID="{8460141B-16E7-428A-B91E-ADED8C4D8B0F}" presName="sibTrans" presStyleCnt="0"/>
      <dgm:spPr/>
    </dgm:pt>
    <dgm:pt modelId="{72B55701-15B9-4D97-B148-8C1A7A8B71C2}" type="pres">
      <dgm:prSet presAssocID="{D530A569-50AD-41F3-9AD5-5A3891A418DF}" presName="compNode" presStyleCnt="0"/>
      <dgm:spPr/>
    </dgm:pt>
    <dgm:pt modelId="{E3F57142-BD91-4BEF-BE8B-017B1A3C2197}" type="pres">
      <dgm:prSet presAssocID="{D530A569-50AD-41F3-9AD5-5A3891A418DF}" presName="iconBgRect" presStyleLbl="bgShp" presStyleIdx="2" presStyleCnt="5"/>
      <dgm:spPr/>
    </dgm:pt>
    <dgm:pt modelId="{825A13E6-58D6-4630-86E6-7A79B1646384}" type="pres">
      <dgm:prSet presAssocID="{D530A569-50AD-41F3-9AD5-5A3891A418D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6E000C5B-991E-46CB-88DF-E7C4B140D200}" type="pres">
      <dgm:prSet presAssocID="{D530A569-50AD-41F3-9AD5-5A3891A418DF}" presName="spaceRect" presStyleCnt="0"/>
      <dgm:spPr/>
    </dgm:pt>
    <dgm:pt modelId="{A1C28166-EC7E-4D67-A7C9-612AE782E66E}" type="pres">
      <dgm:prSet presAssocID="{D530A569-50AD-41F3-9AD5-5A3891A418DF}" presName="textRect" presStyleLbl="revTx" presStyleIdx="2" presStyleCnt="5">
        <dgm:presLayoutVars>
          <dgm:chMax val="1"/>
          <dgm:chPref val="1"/>
        </dgm:presLayoutVars>
      </dgm:prSet>
      <dgm:spPr/>
    </dgm:pt>
    <dgm:pt modelId="{326F18E0-E7A5-47CF-8CDF-0D4C88E879B4}" type="pres">
      <dgm:prSet presAssocID="{615D5FD7-95BA-4AA9-B8C2-04E36279D9F4}" presName="sibTrans" presStyleCnt="0"/>
      <dgm:spPr/>
    </dgm:pt>
    <dgm:pt modelId="{5E5AFDD1-8F93-4E04-9F74-FB1BA8DB0078}" type="pres">
      <dgm:prSet presAssocID="{BCEB5E9C-1385-45AC-A5BF-60C8466B4B5D}" presName="compNode" presStyleCnt="0"/>
      <dgm:spPr/>
    </dgm:pt>
    <dgm:pt modelId="{5C81DBEC-247C-4B8B-AD37-DF686952CD35}" type="pres">
      <dgm:prSet presAssocID="{BCEB5E9C-1385-45AC-A5BF-60C8466B4B5D}" presName="iconBgRect" presStyleLbl="bgShp" presStyleIdx="3" presStyleCnt="5"/>
      <dgm:spPr/>
    </dgm:pt>
    <dgm:pt modelId="{EAAEF4C9-F213-45DC-8877-E8C3E9E7B192}" type="pres">
      <dgm:prSet presAssocID="{BCEB5E9C-1385-45AC-A5BF-60C8466B4B5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B3949E1C-F55E-4E90-B5BE-5213C6F8EE57}" type="pres">
      <dgm:prSet presAssocID="{BCEB5E9C-1385-45AC-A5BF-60C8466B4B5D}" presName="spaceRect" presStyleCnt="0"/>
      <dgm:spPr/>
    </dgm:pt>
    <dgm:pt modelId="{4CE46947-B791-4E46-8D1A-5B10E096A9CB}" type="pres">
      <dgm:prSet presAssocID="{BCEB5E9C-1385-45AC-A5BF-60C8466B4B5D}" presName="textRect" presStyleLbl="revTx" presStyleIdx="3" presStyleCnt="5">
        <dgm:presLayoutVars>
          <dgm:chMax val="1"/>
          <dgm:chPref val="1"/>
        </dgm:presLayoutVars>
      </dgm:prSet>
      <dgm:spPr/>
    </dgm:pt>
    <dgm:pt modelId="{1AA18515-0399-4615-AB43-1C46E1E65688}" type="pres">
      <dgm:prSet presAssocID="{CC5C310C-AA25-4A5C-8906-8FD6438C669C}" presName="sibTrans" presStyleCnt="0"/>
      <dgm:spPr/>
    </dgm:pt>
    <dgm:pt modelId="{72E75614-DC0B-4C1F-9920-F141E4F499E4}" type="pres">
      <dgm:prSet presAssocID="{E03C11E1-D086-48AE-A3E1-FEEA7B6E1D14}" presName="compNode" presStyleCnt="0"/>
      <dgm:spPr/>
    </dgm:pt>
    <dgm:pt modelId="{0A07E6B2-C6D6-4A16-8B83-AFEC79EC66E7}" type="pres">
      <dgm:prSet presAssocID="{E03C11E1-D086-48AE-A3E1-FEEA7B6E1D14}" presName="iconBgRect" presStyleLbl="bgShp" presStyleIdx="4" presStyleCnt="5"/>
      <dgm:spPr/>
    </dgm:pt>
    <dgm:pt modelId="{5127FCE1-CA99-4392-9EB1-FEF6A375E4FC}" type="pres">
      <dgm:prSet presAssocID="{E03C11E1-D086-48AE-A3E1-FEEA7B6E1D1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E1A579F-EA22-4F62-B92D-6D4F091E1D0A}" type="pres">
      <dgm:prSet presAssocID="{E03C11E1-D086-48AE-A3E1-FEEA7B6E1D14}" presName="spaceRect" presStyleCnt="0"/>
      <dgm:spPr/>
    </dgm:pt>
    <dgm:pt modelId="{7F10B63E-4985-48F5-A2A8-C4A7B5B41605}" type="pres">
      <dgm:prSet presAssocID="{E03C11E1-D086-48AE-A3E1-FEEA7B6E1D1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5A60722-5A1B-457A-AFEB-7205A8E822E8}" type="presOf" srcId="{D530A569-50AD-41F3-9AD5-5A3891A418DF}" destId="{A1C28166-EC7E-4D67-A7C9-612AE782E66E}" srcOrd="0" destOrd="0" presId="urn:microsoft.com/office/officeart/2018/5/layout/IconCircleLabelList"/>
    <dgm:cxn modelId="{966EC72D-840F-4221-B2DB-816D12E4567F}" srcId="{F5303356-ADBC-4D5C-A181-92B26ACCF15D}" destId="{BCEB5E9C-1385-45AC-A5BF-60C8466B4B5D}" srcOrd="3" destOrd="0" parTransId="{E9FBF867-AEDC-4D37-BAFF-AFD8B1737A45}" sibTransId="{CC5C310C-AA25-4A5C-8906-8FD6438C669C}"/>
    <dgm:cxn modelId="{7498805B-D3CB-4420-A8C8-A5DC61A98F30}" srcId="{F5303356-ADBC-4D5C-A181-92B26ACCF15D}" destId="{D530A569-50AD-41F3-9AD5-5A3891A418DF}" srcOrd="2" destOrd="0" parTransId="{26F6A2F8-4227-41BD-9E82-CA0A34C49FA0}" sibTransId="{615D5FD7-95BA-4AA9-B8C2-04E36279D9F4}"/>
    <dgm:cxn modelId="{8F4DA55D-0BBE-4D67-B462-7BCFF989102A}" srcId="{F5303356-ADBC-4D5C-A181-92B26ACCF15D}" destId="{F28E4BFA-5B57-4F87-887A-BF9E6A2DE54B}" srcOrd="0" destOrd="0" parTransId="{F47F0E74-D789-4668-980C-2B622DF97D5F}" sibTransId="{99177026-DE72-4215-930D-B9B36E0125AD}"/>
    <dgm:cxn modelId="{FD98E848-0BFC-4A80-9ED8-69EF077F2C9E}" srcId="{F5303356-ADBC-4D5C-A181-92B26ACCF15D}" destId="{D734EFAA-124C-44A6-A003-891E6A771586}" srcOrd="1" destOrd="0" parTransId="{D03B366C-EA2B-4B16-A5C4-6DD51621F0ED}" sibTransId="{8460141B-16E7-428A-B91E-ADED8C4D8B0F}"/>
    <dgm:cxn modelId="{6815DE4E-876E-4F69-8F15-A3E372B0BC6F}" type="presOf" srcId="{F28E4BFA-5B57-4F87-887A-BF9E6A2DE54B}" destId="{798B2C7B-0EAB-435C-BED1-30E480A3FD3F}" srcOrd="0" destOrd="0" presId="urn:microsoft.com/office/officeart/2018/5/layout/IconCircleLabelList"/>
    <dgm:cxn modelId="{3DD78B52-8F99-4BEF-8F8E-283E397AB0FB}" srcId="{F5303356-ADBC-4D5C-A181-92B26ACCF15D}" destId="{E03C11E1-D086-48AE-A3E1-FEEA7B6E1D14}" srcOrd="4" destOrd="0" parTransId="{3744800D-E374-4C18-8946-3CA79DB01F0B}" sibTransId="{366CD64A-5A6A-49FB-932B-5CA38FEED72F}"/>
    <dgm:cxn modelId="{D0A6F955-F131-4115-A617-769B7A547ED3}" type="presOf" srcId="{D734EFAA-124C-44A6-A003-891E6A771586}" destId="{A2090F8E-2940-4766-9D6A-4456166B80CB}" srcOrd="0" destOrd="0" presId="urn:microsoft.com/office/officeart/2018/5/layout/IconCircleLabelList"/>
    <dgm:cxn modelId="{3F05E97E-1B32-4BE1-A32D-93BF781FBEF7}" type="presOf" srcId="{E03C11E1-D086-48AE-A3E1-FEEA7B6E1D14}" destId="{7F10B63E-4985-48F5-A2A8-C4A7B5B41605}" srcOrd="0" destOrd="0" presId="urn:microsoft.com/office/officeart/2018/5/layout/IconCircleLabelList"/>
    <dgm:cxn modelId="{6D9E19B2-3DEE-4A98-8D46-F12AA4A72752}" type="presOf" srcId="{F5303356-ADBC-4D5C-A181-92B26ACCF15D}" destId="{4A92B518-DFAB-4DB6-BA90-080AC09571DD}" srcOrd="0" destOrd="0" presId="urn:microsoft.com/office/officeart/2018/5/layout/IconCircleLabelList"/>
    <dgm:cxn modelId="{F32BCCCA-920D-4615-BA55-E81ABEF6513B}" type="presOf" srcId="{BCEB5E9C-1385-45AC-A5BF-60C8466B4B5D}" destId="{4CE46947-B791-4E46-8D1A-5B10E096A9CB}" srcOrd="0" destOrd="0" presId="urn:microsoft.com/office/officeart/2018/5/layout/IconCircleLabelList"/>
    <dgm:cxn modelId="{C5E434BA-FF38-4B15-A1F7-BBB358CBA1FD}" type="presParOf" srcId="{4A92B518-DFAB-4DB6-BA90-080AC09571DD}" destId="{D5CD7810-C507-4044-BB30-FCA948240540}" srcOrd="0" destOrd="0" presId="urn:microsoft.com/office/officeart/2018/5/layout/IconCircleLabelList"/>
    <dgm:cxn modelId="{61AB7706-64F4-431D-A8C3-5E9EE1836749}" type="presParOf" srcId="{D5CD7810-C507-4044-BB30-FCA948240540}" destId="{8255EAF7-ED51-4C79-B070-E1EA00E91C9B}" srcOrd="0" destOrd="0" presId="urn:microsoft.com/office/officeart/2018/5/layout/IconCircleLabelList"/>
    <dgm:cxn modelId="{A768C533-3845-4CDB-9A93-6AA6492A889E}" type="presParOf" srcId="{D5CD7810-C507-4044-BB30-FCA948240540}" destId="{741A9CBA-BA6E-4246-9D65-46153615B578}" srcOrd="1" destOrd="0" presId="urn:microsoft.com/office/officeart/2018/5/layout/IconCircleLabelList"/>
    <dgm:cxn modelId="{B76F0B4D-83F5-4D29-8EAE-79CB06099CD6}" type="presParOf" srcId="{D5CD7810-C507-4044-BB30-FCA948240540}" destId="{E5D325A7-A3B9-4FDF-AF5D-BD00A1CD3D07}" srcOrd="2" destOrd="0" presId="urn:microsoft.com/office/officeart/2018/5/layout/IconCircleLabelList"/>
    <dgm:cxn modelId="{18B347EC-373B-464B-8170-7543BD7B24D1}" type="presParOf" srcId="{D5CD7810-C507-4044-BB30-FCA948240540}" destId="{798B2C7B-0EAB-435C-BED1-30E480A3FD3F}" srcOrd="3" destOrd="0" presId="urn:microsoft.com/office/officeart/2018/5/layout/IconCircleLabelList"/>
    <dgm:cxn modelId="{28A2A385-8F84-44E0-A218-68E97806317C}" type="presParOf" srcId="{4A92B518-DFAB-4DB6-BA90-080AC09571DD}" destId="{6294383E-CF19-4330-A253-0D966E1DA392}" srcOrd="1" destOrd="0" presId="urn:microsoft.com/office/officeart/2018/5/layout/IconCircleLabelList"/>
    <dgm:cxn modelId="{C2C939DD-D5BB-4C45-AC6D-9DFAE3B5CFE6}" type="presParOf" srcId="{4A92B518-DFAB-4DB6-BA90-080AC09571DD}" destId="{30834CAE-BAA8-4404-98EC-E5AAE0861009}" srcOrd="2" destOrd="0" presId="urn:microsoft.com/office/officeart/2018/5/layout/IconCircleLabelList"/>
    <dgm:cxn modelId="{8D71669B-1150-4E48-91CA-7ECBA54DB635}" type="presParOf" srcId="{30834CAE-BAA8-4404-98EC-E5AAE0861009}" destId="{52786D12-40BE-465C-A36A-03F402926DDF}" srcOrd="0" destOrd="0" presId="urn:microsoft.com/office/officeart/2018/5/layout/IconCircleLabelList"/>
    <dgm:cxn modelId="{1D847C14-04EA-4AB3-AA0B-3DEE2ABC681C}" type="presParOf" srcId="{30834CAE-BAA8-4404-98EC-E5AAE0861009}" destId="{00589683-6B9C-4619-A103-773D147AABDA}" srcOrd="1" destOrd="0" presId="urn:microsoft.com/office/officeart/2018/5/layout/IconCircleLabelList"/>
    <dgm:cxn modelId="{82A76B39-F756-4446-8FBB-0FCCFBDEA3DC}" type="presParOf" srcId="{30834CAE-BAA8-4404-98EC-E5AAE0861009}" destId="{D7E8ECB2-AECE-4900-B189-CDA58CD0EE4D}" srcOrd="2" destOrd="0" presId="urn:microsoft.com/office/officeart/2018/5/layout/IconCircleLabelList"/>
    <dgm:cxn modelId="{0E46BDEF-555B-4DB1-856F-C3BE6A711C3D}" type="presParOf" srcId="{30834CAE-BAA8-4404-98EC-E5AAE0861009}" destId="{A2090F8E-2940-4766-9D6A-4456166B80CB}" srcOrd="3" destOrd="0" presId="urn:microsoft.com/office/officeart/2018/5/layout/IconCircleLabelList"/>
    <dgm:cxn modelId="{733B356B-0572-44F4-9343-BBD5DE1093F0}" type="presParOf" srcId="{4A92B518-DFAB-4DB6-BA90-080AC09571DD}" destId="{23ED78B4-32E6-451D-9F84-39C625E81D06}" srcOrd="3" destOrd="0" presId="urn:microsoft.com/office/officeart/2018/5/layout/IconCircleLabelList"/>
    <dgm:cxn modelId="{3D9F369A-0A91-4D4B-900A-2916E76DF4FD}" type="presParOf" srcId="{4A92B518-DFAB-4DB6-BA90-080AC09571DD}" destId="{72B55701-15B9-4D97-B148-8C1A7A8B71C2}" srcOrd="4" destOrd="0" presId="urn:microsoft.com/office/officeart/2018/5/layout/IconCircleLabelList"/>
    <dgm:cxn modelId="{0BDD2016-28A9-4BF2-B7B2-EFC3BC0A24A8}" type="presParOf" srcId="{72B55701-15B9-4D97-B148-8C1A7A8B71C2}" destId="{E3F57142-BD91-4BEF-BE8B-017B1A3C2197}" srcOrd="0" destOrd="0" presId="urn:microsoft.com/office/officeart/2018/5/layout/IconCircleLabelList"/>
    <dgm:cxn modelId="{6832E635-F142-46B0-80B4-9AB34D489D2B}" type="presParOf" srcId="{72B55701-15B9-4D97-B148-8C1A7A8B71C2}" destId="{825A13E6-58D6-4630-86E6-7A79B1646384}" srcOrd="1" destOrd="0" presId="urn:microsoft.com/office/officeart/2018/5/layout/IconCircleLabelList"/>
    <dgm:cxn modelId="{C0D5F63E-4170-4248-AF3F-7A5ECE61A2A8}" type="presParOf" srcId="{72B55701-15B9-4D97-B148-8C1A7A8B71C2}" destId="{6E000C5B-991E-46CB-88DF-E7C4B140D200}" srcOrd="2" destOrd="0" presId="urn:microsoft.com/office/officeart/2018/5/layout/IconCircleLabelList"/>
    <dgm:cxn modelId="{411BD8E6-14BE-4160-AA13-22CBF97ECCA1}" type="presParOf" srcId="{72B55701-15B9-4D97-B148-8C1A7A8B71C2}" destId="{A1C28166-EC7E-4D67-A7C9-612AE782E66E}" srcOrd="3" destOrd="0" presId="urn:microsoft.com/office/officeart/2018/5/layout/IconCircleLabelList"/>
    <dgm:cxn modelId="{23CA0C8D-9745-485C-831C-84EED9F1E3C5}" type="presParOf" srcId="{4A92B518-DFAB-4DB6-BA90-080AC09571DD}" destId="{326F18E0-E7A5-47CF-8CDF-0D4C88E879B4}" srcOrd="5" destOrd="0" presId="urn:microsoft.com/office/officeart/2018/5/layout/IconCircleLabelList"/>
    <dgm:cxn modelId="{B663AAC2-F839-44F1-97FC-8E18D2ED17EE}" type="presParOf" srcId="{4A92B518-DFAB-4DB6-BA90-080AC09571DD}" destId="{5E5AFDD1-8F93-4E04-9F74-FB1BA8DB0078}" srcOrd="6" destOrd="0" presId="urn:microsoft.com/office/officeart/2018/5/layout/IconCircleLabelList"/>
    <dgm:cxn modelId="{B8E33A48-E8B2-4DE1-8CF2-04D7B33411FF}" type="presParOf" srcId="{5E5AFDD1-8F93-4E04-9F74-FB1BA8DB0078}" destId="{5C81DBEC-247C-4B8B-AD37-DF686952CD35}" srcOrd="0" destOrd="0" presId="urn:microsoft.com/office/officeart/2018/5/layout/IconCircleLabelList"/>
    <dgm:cxn modelId="{73C9843C-DFCA-41B7-9208-8B6393043879}" type="presParOf" srcId="{5E5AFDD1-8F93-4E04-9F74-FB1BA8DB0078}" destId="{EAAEF4C9-F213-45DC-8877-E8C3E9E7B192}" srcOrd="1" destOrd="0" presId="urn:microsoft.com/office/officeart/2018/5/layout/IconCircleLabelList"/>
    <dgm:cxn modelId="{6522B95F-C0F1-45D8-9509-74128BBB3489}" type="presParOf" srcId="{5E5AFDD1-8F93-4E04-9F74-FB1BA8DB0078}" destId="{B3949E1C-F55E-4E90-B5BE-5213C6F8EE57}" srcOrd="2" destOrd="0" presId="urn:microsoft.com/office/officeart/2018/5/layout/IconCircleLabelList"/>
    <dgm:cxn modelId="{419BB38A-5FE3-48B8-AD32-B2BF72B7AD70}" type="presParOf" srcId="{5E5AFDD1-8F93-4E04-9F74-FB1BA8DB0078}" destId="{4CE46947-B791-4E46-8D1A-5B10E096A9CB}" srcOrd="3" destOrd="0" presId="urn:microsoft.com/office/officeart/2018/5/layout/IconCircleLabelList"/>
    <dgm:cxn modelId="{EEF757AC-CC90-4216-B145-C99436049FF7}" type="presParOf" srcId="{4A92B518-DFAB-4DB6-BA90-080AC09571DD}" destId="{1AA18515-0399-4615-AB43-1C46E1E65688}" srcOrd="7" destOrd="0" presId="urn:microsoft.com/office/officeart/2018/5/layout/IconCircleLabelList"/>
    <dgm:cxn modelId="{BFE20861-5FE1-43E3-BCD6-789EC4B85641}" type="presParOf" srcId="{4A92B518-DFAB-4DB6-BA90-080AC09571DD}" destId="{72E75614-DC0B-4C1F-9920-F141E4F499E4}" srcOrd="8" destOrd="0" presId="urn:microsoft.com/office/officeart/2018/5/layout/IconCircleLabelList"/>
    <dgm:cxn modelId="{A891D446-A352-470B-A705-D5BE3FA781C2}" type="presParOf" srcId="{72E75614-DC0B-4C1F-9920-F141E4F499E4}" destId="{0A07E6B2-C6D6-4A16-8B83-AFEC79EC66E7}" srcOrd="0" destOrd="0" presId="urn:microsoft.com/office/officeart/2018/5/layout/IconCircleLabelList"/>
    <dgm:cxn modelId="{41A7CF2A-F531-4DC5-82E9-8699FC3C09B3}" type="presParOf" srcId="{72E75614-DC0B-4C1F-9920-F141E4F499E4}" destId="{5127FCE1-CA99-4392-9EB1-FEF6A375E4FC}" srcOrd="1" destOrd="0" presId="urn:microsoft.com/office/officeart/2018/5/layout/IconCircleLabelList"/>
    <dgm:cxn modelId="{9688576B-7A35-47B2-A0E3-C003FC8313C0}" type="presParOf" srcId="{72E75614-DC0B-4C1F-9920-F141E4F499E4}" destId="{5E1A579F-EA22-4F62-B92D-6D4F091E1D0A}" srcOrd="2" destOrd="0" presId="urn:microsoft.com/office/officeart/2018/5/layout/IconCircleLabelList"/>
    <dgm:cxn modelId="{94CB62C1-F15A-4AF5-B645-DADC782E8037}" type="presParOf" srcId="{72E75614-DC0B-4C1F-9920-F141E4F499E4}" destId="{7F10B63E-4985-48F5-A2A8-C4A7B5B4160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DE04DA-B509-4A9F-AEF7-786E1BA4E38E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97A60CA-C7C9-4E1E-B84D-DC62AE5C28FA}">
      <dgm:prSet/>
      <dgm:spPr/>
      <dgm:t>
        <a:bodyPr/>
        <a:lstStyle/>
        <a:p>
          <a:r>
            <a:rPr lang="en-US"/>
            <a:t>• Displays total cancelled flights and cancellation rate</a:t>
          </a:r>
        </a:p>
      </dgm:t>
    </dgm:pt>
    <dgm:pt modelId="{F33B0147-05C5-459A-9614-563EE85E064F}" type="parTrans" cxnId="{7BBCA605-AF8E-4223-9E1F-476919C5F3B8}">
      <dgm:prSet/>
      <dgm:spPr/>
      <dgm:t>
        <a:bodyPr/>
        <a:lstStyle/>
        <a:p>
          <a:endParaRPr lang="en-US"/>
        </a:p>
      </dgm:t>
    </dgm:pt>
    <dgm:pt modelId="{38B560D5-90E6-47DE-BC33-A2FF119CCC8D}" type="sibTrans" cxnId="{7BBCA605-AF8E-4223-9E1F-476919C5F3B8}">
      <dgm:prSet/>
      <dgm:spPr/>
      <dgm:t>
        <a:bodyPr/>
        <a:lstStyle/>
        <a:p>
          <a:endParaRPr lang="en-US"/>
        </a:p>
      </dgm:t>
    </dgm:pt>
    <dgm:pt modelId="{2EA16C30-7901-48FB-8BB0-16839855F434}">
      <dgm:prSet/>
      <dgm:spPr/>
      <dgm:t>
        <a:bodyPr/>
        <a:lstStyle/>
        <a:p>
          <a:r>
            <a:rPr lang="en-US"/>
            <a:t>• Shows airlines with highest cancellations</a:t>
          </a:r>
        </a:p>
      </dgm:t>
    </dgm:pt>
    <dgm:pt modelId="{3BF6F7A0-6344-4E84-8965-8A6D8BA3C777}" type="parTrans" cxnId="{314F1DA7-D98D-48EA-84C1-1254B56C5B85}">
      <dgm:prSet/>
      <dgm:spPr/>
      <dgm:t>
        <a:bodyPr/>
        <a:lstStyle/>
        <a:p>
          <a:endParaRPr lang="en-US"/>
        </a:p>
      </dgm:t>
    </dgm:pt>
    <dgm:pt modelId="{1E37A0A5-6722-4BF7-AEE0-D05F784C9D07}" type="sibTrans" cxnId="{314F1DA7-D98D-48EA-84C1-1254B56C5B85}">
      <dgm:prSet/>
      <dgm:spPr/>
      <dgm:t>
        <a:bodyPr/>
        <a:lstStyle/>
        <a:p>
          <a:endParaRPr lang="en-US"/>
        </a:p>
      </dgm:t>
    </dgm:pt>
    <dgm:pt modelId="{3FE35D46-BD19-47B9-842A-2C1579445FDC}">
      <dgm:prSet/>
      <dgm:spPr/>
      <dgm:t>
        <a:bodyPr/>
        <a:lstStyle/>
        <a:p>
          <a:r>
            <a:rPr lang="en-US"/>
            <a:t>• Monthly cancellation trend analysis</a:t>
          </a:r>
        </a:p>
      </dgm:t>
    </dgm:pt>
    <dgm:pt modelId="{23D541A8-46A0-4F02-B92D-E7694AD9C37F}" type="parTrans" cxnId="{57441DC8-9907-4FA6-8C5F-E3ECE8BB3B74}">
      <dgm:prSet/>
      <dgm:spPr/>
      <dgm:t>
        <a:bodyPr/>
        <a:lstStyle/>
        <a:p>
          <a:endParaRPr lang="en-US"/>
        </a:p>
      </dgm:t>
    </dgm:pt>
    <dgm:pt modelId="{74DCFD9F-A169-440C-99E9-3D5CC5AD0825}" type="sibTrans" cxnId="{57441DC8-9907-4FA6-8C5F-E3ECE8BB3B74}">
      <dgm:prSet/>
      <dgm:spPr/>
      <dgm:t>
        <a:bodyPr/>
        <a:lstStyle/>
        <a:p>
          <a:endParaRPr lang="en-US"/>
        </a:p>
      </dgm:t>
    </dgm:pt>
    <dgm:pt modelId="{34726672-6C2C-464F-9ED1-85BE58250E8A}">
      <dgm:prSet/>
      <dgm:spPr/>
      <dgm:t>
        <a:bodyPr/>
        <a:lstStyle/>
        <a:p>
          <a:r>
            <a:rPr lang="en-US"/>
            <a:t>• Airport level cancellation comparison</a:t>
          </a:r>
        </a:p>
      </dgm:t>
    </dgm:pt>
    <dgm:pt modelId="{40D77108-C0CE-46B9-B667-03B892C33097}" type="parTrans" cxnId="{6A82A7F6-2375-4681-BCB9-BA8FF06AC8D9}">
      <dgm:prSet/>
      <dgm:spPr/>
      <dgm:t>
        <a:bodyPr/>
        <a:lstStyle/>
        <a:p>
          <a:endParaRPr lang="en-US"/>
        </a:p>
      </dgm:t>
    </dgm:pt>
    <dgm:pt modelId="{FE3120A9-E164-4331-93BA-0E36A7C63D13}" type="sibTrans" cxnId="{6A82A7F6-2375-4681-BCB9-BA8FF06AC8D9}">
      <dgm:prSet/>
      <dgm:spPr/>
      <dgm:t>
        <a:bodyPr/>
        <a:lstStyle/>
        <a:p>
          <a:endParaRPr lang="en-US"/>
        </a:p>
      </dgm:t>
    </dgm:pt>
    <dgm:pt modelId="{20D2FBE3-5932-4951-863A-8DE1E0FE332C}" type="pres">
      <dgm:prSet presAssocID="{2DDE04DA-B509-4A9F-AEF7-786E1BA4E38E}" presName="matrix" presStyleCnt="0">
        <dgm:presLayoutVars>
          <dgm:chMax val="1"/>
          <dgm:dir/>
          <dgm:resizeHandles val="exact"/>
        </dgm:presLayoutVars>
      </dgm:prSet>
      <dgm:spPr/>
    </dgm:pt>
    <dgm:pt modelId="{675D5EDF-718D-4706-8C45-29A05358E61B}" type="pres">
      <dgm:prSet presAssocID="{2DDE04DA-B509-4A9F-AEF7-786E1BA4E38E}" presName="diamond" presStyleLbl="bgShp" presStyleIdx="0" presStyleCnt="1"/>
      <dgm:spPr/>
    </dgm:pt>
    <dgm:pt modelId="{DDD6CFFD-2E00-4B4F-803C-9618E7CF7BB1}" type="pres">
      <dgm:prSet presAssocID="{2DDE04DA-B509-4A9F-AEF7-786E1BA4E3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CDB6833-372B-43CB-9EBB-A35A2552349B}" type="pres">
      <dgm:prSet presAssocID="{2DDE04DA-B509-4A9F-AEF7-786E1BA4E3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C36A2AC-9E64-4093-8C6A-258A5BA9A5F1}" type="pres">
      <dgm:prSet presAssocID="{2DDE04DA-B509-4A9F-AEF7-786E1BA4E3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1A3381D-18B8-449C-B03B-D025B782255F}" type="pres">
      <dgm:prSet presAssocID="{2DDE04DA-B509-4A9F-AEF7-786E1BA4E3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BBCA605-AF8E-4223-9E1F-476919C5F3B8}" srcId="{2DDE04DA-B509-4A9F-AEF7-786E1BA4E38E}" destId="{B97A60CA-C7C9-4E1E-B84D-DC62AE5C28FA}" srcOrd="0" destOrd="0" parTransId="{F33B0147-05C5-459A-9614-563EE85E064F}" sibTransId="{38B560D5-90E6-47DE-BC33-A2FF119CCC8D}"/>
    <dgm:cxn modelId="{C2657A3E-9837-4E03-9377-B6ED5182CA20}" type="presOf" srcId="{3FE35D46-BD19-47B9-842A-2C1579445FDC}" destId="{1C36A2AC-9E64-4093-8C6A-258A5BA9A5F1}" srcOrd="0" destOrd="0" presId="urn:microsoft.com/office/officeart/2005/8/layout/matrix3"/>
    <dgm:cxn modelId="{64EF8045-A30B-492C-9BCB-D7122F0987DD}" type="presOf" srcId="{34726672-6C2C-464F-9ED1-85BE58250E8A}" destId="{51A3381D-18B8-449C-B03B-D025B782255F}" srcOrd="0" destOrd="0" presId="urn:microsoft.com/office/officeart/2005/8/layout/matrix3"/>
    <dgm:cxn modelId="{DA42A646-AD86-41F1-9421-1939FF7BD1B0}" type="presOf" srcId="{2EA16C30-7901-48FB-8BB0-16839855F434}" destId="{ACDB6833-372B-43CB-9EBB-A35A2552349B}" srcOrd="0" destOrd="0" presId="urn:microsoft.com/office/officeart/2005/8/layout/matrix3"/>
    <dgm:cxn modelId="{314F1DA7-D98D-48EA-84C1-1254B56C5B85}" srcId="{2DDE04DA-B509-4A9F-AEF7-786E1BA4E38E}" destId="{2EA16C30-7901-48FB-8BB0-16839855F434}" srcOrd="1" destOrd="0" parTransId="{3BF6F7A0-6344-4E84-8965-8A6D8BA3C777}" sibTransId="{1E37A0A5-6722-4BF7-AEE0-D05F784C9D07}"/>
    <dgm:cxn modelId="{57441DC8-9907-4FA6-8C5F-E3ECE8BB3B74}" srcId="{2DDE04DA-B509-4A9F-AEF7-786E1BA4E38E}" destId="{3FE35D46-BD19-47B9-842A-2C1579445FDC}" srcOrd="2" destOrd="0" parTransId="{23D541A8-46A0-4F02-B92D-E7694AD9C37F}" sibTransId="{74DCFD9F-A169-440C-99E9-3D5CC5AD0825}"/>
    <dgm:cxn modelId="{7494D1E9-270F-4CD8-8119-94D6721E7502}" type="presOf" srcId="{B97A60CA-C7C9-4E1E-B84D-DC62AE5C28FA}" destId="{DDD6CFFD-2E00-4B4F-803C-9618E7CF7BB1}" srcOrd="0" destOrd="0" presId="urn:microsoft.com/office/officeart/2005/8/layout/matrix3"/>
    <dgm:cxn modelId="{A8DFB8ED-D6A8-49B2-A3E1-86C9AACE2971}" type="presOf" srcId="{2DDE04DA-B509-4A9F-AEF7-786E1BA4E38E}" destId="{20D2FBE3-5932-4951-863A-8DE1E0FE332C}" srcOrd="0" destOrd="0" presId="urn:microsoft.com/office/officeart/2005/8/layout/matrix3"/>
    <dgm:cxn modelId="{6A82A7F6-2375-4681-BCB9-BA8FF06AC8D9}" srcId="{2DDE04DA-B509-4A9F-AEF7-786E1BA4E38E}" destId="{34726672-6C2C-464F-9ED1-85BE58250E8A}" srcOrd="3" destOrd="0" parTransId="{40D77108-C0CE-46B9-B667-03B892C33097}" sibTransId="{FE3120A9-E164-4331-93BA-0E36A7C63D13}"/>
    <dgm:cxn modelId="{D08876D2-69A8-4DC9-92B3-B927DA621F01}" type="presParOf" srcId="{20D2FBE3-5932-4951-863A-8DE1E0FE332C}" destId="{675D5EDF-718D-4706-8C45-29A05358E61B}" srcOrd="0" destOrd="0" presId="urn:microsoft.com/office/officeart/2005/8/layout/matrix3"/>
    <dgm:cxn modelId="{1AC04B7B-8A9C-433D-B82E-A22AD57B898F}" type="presParOf" srcId="{20D2FBE3-5932-4951-863A-8DE1E0FE332C}" destId="{DDD6CFFD-2E00-4B4F-803C-9618E7CF7BB1}" srcOrd="1" destOrd="0" presId="urn:microsoft.com/office/officeart/2005/8/layout/matrix3"/>
    <dgm:cxn modelId="{E0282AAE-1925-4E3F-9C5A-757D347BF39A}" type="presParOf" srcId="{20D2FBE3-5932-4951-863A-8DE1E0FE332C}" destId="{ACDB6833-372B-43CB-9EBB-A35A2552349B}" srcOrd="2" destOrd="0" presId="urn:microsoft.com/office/officeart/2005/8/layout/matrix3"/>
    <dgm:cxn modelId="{65B15FD7-9204-4A03-A810-33933995CF52}" type="presParOf" srcId="{20D2FBE3-5932-4951-863A-8DE1E0FE332C}" destId="{1C36A2AC-9E64-4093-8C6A-258A5BA9A5F1}" srcOrd="3" destOrd="0" presId="urn:microsoft.com/office/officeart/2005/8/layout/matrix3"/>
    <dgm:cxn modelId="{B280C6E9-4C8F-4B0F-B613-537E5DFD1DE2}" type="presParOf" srcId="{20D2FBE3-5932-4951-863A-8DE1E0FE332C}" destId="{51A3381D-18B8-449C-B03B-D025B782255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A8B7AE-829F-4CB5-BAC8-B9B39C4A46B8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F78EB7B-D49D-44A1-91BF-D2AB42B0A0D6}">
      <dgm:prSet/>
      <dgm:spPr/>
      <dgm:t>
        <a:bodyPr/>
        <a:lstStyle/>
        <a:p>
          <a:r>
            <a:rPr lang="en-US"/>
            <a:t>• Certain airlines experience higher delays and cancellations</a:t>
          </a:r>
        </a:p>
      </dgm:t>
    </dgm:pt>
    <dgm:pt modelId="{C203155E-8682-4949-9E21-4CD3D2F36C8D}" type="parTrans" cxnId="{4AEFAFA7-DA16-4F92-8DA9-90775AFAA4CF}">
      <dgm:prSet/>
      <dgm:spPr/>
      <dgm:t>
        <a:bodyPr/>
        <a:lstStyle/>
        <a:p>
          <a:endParaRPr lang="en-US"/>
        </a:p>
      </dgm:t>
    </dgm:pt>
    <dgm:pt modelId="{78536FC3-0409-4E51-AC66-9E288AD1F3EF}" type="sibTrans" cxnId="{4AEFAFA7-DA16-4F92-8DA9-90775AFAA4CF}">
      <dgm:prSet/>
      <dgm:spPr/>
      <dgm:t>
        <a:bodyPr/>
        <a:lstStyle/>
        <a:p>
          <a:endParaRPr lang="en-US"/>
        </a:p>
      </dgm:t>
    </dgm:pt>
    <dgm:pt modelId="{C29126EE-7D7B-4CEA-BC1A-B29C3B283D74}">
      <dgm:prSet/>
      <dgm:spPr/>
      <dgm:t>
        <a:bodyPr/>
        <a:lstStyle/>
        <a:p>
          <a:r>
            <a:rPr lang="en-US"/>
            <a:t>• Seasonal patterns affect flight operations</a:t>
          </a:r>
        </a:p>
      </dgm:t>
    </dgm:pt>
    <dgm:pt modelId="{EE7469B7-D154-4850-BC60-8E7812AAAEB8}" type="parTrans" cxnId="{3B32C200-4D80-4300-81BB-CE5122C42488}">
      <dgm:prSet/>
      <dgm:spPr/>
      <dgm:t>
        <a:bodyPr/>
        <a:lstStyle/>
        <a:p>
          <a:endParaRPr lang="en-US"/>
        </a:p>
      </dgm:t>
    </dgm:pt>
    <dgm:pt modelId="{E5F8CFD7-C8C4-4E29-81FC-76C5C54E3F67}" type="sibTrans" cxnId="{3B32C200-4D80-4300-81BB-CE5122C42488}">
      <dgm:prSet/>
      <dgm:spPr/>
      <dgm:t>
        <a:bodyPr/>
        <a:lstStyle/>
        <a:p>
          <a:endParaRPr lang="en-US"/>
        </a:p>
      </dgm:t>
    </dgm:pt>
    <dgm:pt modelId="{F48E61A3-29AF-4202-AC98-DA368ADB4707}">
      <dgm:prSet/>
      <dgm:spPr/>
      <dgm:t>
        <a:bodyPr/>
        <a:lstStyle/>
        <a:p>
          <a:r>
            <a:rPr lang="en-US"/>
            <a:t>• Major delays are caused by carrier and late aircraft issues</a:t>
          </a:r>
        </a:p>
      </dgm:t>
    </dgm:pt>
    <dgm:pt modelId="{8B34E21C-4616-4229-9B45-E4406FA6BE7E}" type="parTrans" cxnId="{00B91BF1-747C-42E9-8B3C-51E666141F9C}">
      <dgm:prSet/>
      <dgm:spPr/>
      <dgm:t>
        <a:bodyPr/>
        <a:lstStyle/>
        <a:p>
          <a:endParaRPr lang="en-US"/>
        </a:p>
      </dgm:t>
    </dgm:pt>
    <dgm:pt modelId="{08AEC118-C6C8-40C1-AD07-4BAFDC87EE00}" type="sibTrans" cxnId="{00B91BF1-747C-42E9-8B3C-51E666141F9C}">
      <dgm:prSet/>
      <dgm:spPr/>
      <dgm:t>
        <a:bodyPr/>
        <a:lstStyle/>
        <a:p>
          <a:endParaRPr lang="en-US"/>
        </a:p>
      </dgm:t>
    </dgm:pt>
    <dgm:pt modelId="{4312DC44-92EA-4FE2-998A-4585D2696AC9}">
      <dgm:prSet/>
      <dgm:spPr/>
      <dgm:t>
        <a:bodyPr/>
        <a:lstStyle/>
        <a:p>
          <a:r>
            <a:rPr lang="en-US"/>
            <a:t>• Airport analysis helps identify operational bottlenecks</a:t>
          </a:r>
        </a:p>
      </dgm:t>
    </dgm:pt>
    <dgm:pt modelId="{43F9770D-357C-4506-A223-A8FD6627358C}" type="parTrans" cxnId="{EFEB4FCF-9BB2-4FB0-9B82-59571F5A9F84}">
      <dgm:prSet/>
      <dgm:spPr/>
      <dgm:t>
        <a:bodyPr/>
        <a:lstStyle/>
        <a:p>
          <a:endParaRPr lang="en-US"/>
        </a:p>
      </dgm:t>
    </dgm:pt>
    <dgm:pt modelId="{6C72726A-052A-49CE-A565-439E6E399B0E}" type="sibTrans" cxnId="{EFEB4FCF-9BB2-4FB0-9B82-59571F5A9F84}">
      <dgm:prSet/>
      <dgm:spPr/>
      <dgm:t>
        <a:bodyPr/>
        <a:lstStyle/>
        <a:p>
          <a:endParaRPr lang="en-US"/>
        </a:p>
      </dgm:t>
    </dgm:pt>
    <dgm:pt modelId="{CB22EC99-C89A-4472-A5EA-819D6531E9B7}" type="pres">
      <dgm:prSet presAssocID="{43A8B7AE-829F-4CB5-BAC8-B9B39C4A46B8}" presName="matrix" presStyleCnt="0">
        <dgm:presLayoutVars>
          <dgm:chMax val="1"/>
          <dgm:dir/>
          <dgm:resizeHandles val="exact"/>
        </dgm:presLayoutVars>
      </dgm:prSet>
      <dgm:spPr/>
    </dgm:pt>
    <dgm:pt modelId="{9A9CD25C-6097-44DF-A2C6-28EF2DEB4468}" type="pres">
      <dgm:prSet presAssocID="{43A8B7AE-829F-4CB5-BAC8-B9B39C4A46B8}" presName="diamond" presStyleLbl="bgShp" presStyleIdx="0" presStyleCnt="1"/>
      <dgm:spPr/>
    </dgm:pt>
    <dgm:pt modelId="{EB251383-7755-4872-8C5E-44EC854B3889}" type="pres">
      <dgm:prSet presAssocID="{43A8B7AE-829F-4CB5-BAC8-B9B39C4A46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3427812-7B63-4080-A771-5CBFE6C39CCE}" type="pres">
      <dgm:prSet presAssocID="{43A8B7AE-829F-4CB5-BAC8-B9B39C4A46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8F56EB5-93D8-46F6-A201-FE299FE265E4}" type="pres">
      <dgm:prSet presAssocID="{43A8B7AE-829F-4CB5-BAC8-B9B39C4A46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EDFCF53-18C2-4B0C-851A-A67FFBA2ABD2}" type="pres">
      <dgm:prSet presAssocID="{43A8B7AE-829F-4CB5-BAC8-B9B39C4A46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B32C200-4D80-4300-81BB-CE5122C42488}" srcId="{43A8B7AE-829F-4CB5-BAC8-B9B39C4A46B8}" destId="{C29126EE-7D7B-4CEA-BC1A-B29C3B283D74}" srcOrd="1" destOrd="0" parTransId="{EE7469B7-D154-4850-BC60-8E7812AAAEB8}" sibTransId="{E5F8CFD7-C8C4-4E29-81FC-76C5C54E3F67}"/>
    <dgm:cxn modelId="{60000014-9BBF-41A3-9BA5-3EFF6D0B375E}" type="presOf" srcId="{F48E61A3-29AF-4202-AC98-DA368ADB4707}" destId="{78F56EB5-93D8-46F6-A201-FE299FE265E4}" srcOrd="0" destOrd="0" presId="urn:microsoft.com/office/officeart/2005/8/layout/matrix3"/>
    <dgm:cxn modelId="{B473C24A-272A-4FDC-A7CB-B8CEA39CACA1}" type="presOf" srcId="{43A8B7AE-829F-4CB5-BAC8-B9B39C4A46B8}" destId="{CB22EC99-C89A-4472-A5EA-819D6531E9B7}" srcOrd="0" destOrd="0" presId="urn:microsoft.com/office/officeart/2005/8/layout/matrix3"/>
    <dgm:cxn modelId="{1A92C84A-2567-472E-BC27-B96CAA9AD60C}" type="presOf" srcId="{FF78EB7B-D49D-44A1-91BF-D2AB42B0A0D6}" destId="{EB251383-7755-4872-8C5E-44EC854B3889}" srcOrd="0" destOrd="0" presId="urn:microsoft.com/office/officeart/2005/8/layout/matrix3"/>
    <dgm:cxn modelId="{1D0A7553-963F-4F10-A802-48B4C448969E}" type="presOf" srcId="{4312DC44-92EA-4FE2-998A-4585D2696AC9}" destId="{7EDFCF53-18C2-4B0C-851A-A67FFBA2ABD2}" srcOrd="0" destOrd="0" presId="urn:microsoft.com/office/officeart/2005/8/layout/matrix3"/>
    <dgm:cxn modelId="{A4DC2A81-1425-4816-B853-854A04088CB0}" type="presOf" srcId="{C29126EE-7D7B-4CEA-BC1A-B29C3B283D74}" destId="{13427812-7B63-4080-A771-5CBFE6C39CCE}" srcOrd="0" destOrd="0" presId="urn:microsoft.com/office/officeart/2005/8/layout/matrix3"/>
    <dgm:cxn modelId="{4AEFAFA7-DA16-4F92-8DA9-90775AFAA4CF}" srcId="{43A8B7AE-829F-4CB5-BAC8-B9B39C4A46B8}" destId="{FF78EB7B-D49D-44A1-91BF-D2AB42B0A0D6}" srcOrd="0" destOrd="0" parTransId="{C203155E-8682-4949-9E21-4CD3D2F36C8D}" sibTransId="{78536FC3-0409-4E51-AC66-9E288AD1F3EF}"/>
    <dgm:cxn modelId="{EFEB4FCF-9BB2-4FB0-9B82-59571F5A9F84}" srcId="{43A8B7AE-829F-4CB5-BAC8-B9B39C4A46B8}" destId="{4312DC44-92EA-4FE2-998A-4585D2696AC9}" srcOrd="3" destOrd="0" parTransId="{43F9770D-357C-4506-A223-A8FD6627358C}" sibTransId="{6C72726A-052A-49CE-A565-439E6E399B0E}"/>
    <dgm:cxn modelId="{00B91BF1-747C-42E9-8B3C-51E666141F9C}" srcId="{43A8B7AE-829F-4CB5-BAC8-B9B39C4A46B8}" destId="{F48E61A3-29AF-4202-AC98-DA368ADB4707}" srcOrd="2" destOrd="0" parTransId="{8B34E21C-4616-4229-9B45-E4406FA6BE7E}" sibTransId="{08AEC118-C6C8-40C1-AD07-4BAFDC87EE00}"/>
    <dgm:cxn modelId="{2F58B8DE-7B15-4A54-9693-15EA7A63495E}" type="presParOf" srcId="{CB22EC99-C89A-4472-A5EA-819D6531E9B7}" destId="{9A9CD25C-6097-44DF-A2C6-28EF2DEB4468}" srcOrd="0" destOrd="0" presId="urn:microsoft.com/office/officeart/2005/8/layout/matrix3"/>
    <dgm:cxn modelId="{B9F22260-CB9E-4350-A6BF-18E19DCEA75B}" type="presParOf" srcId="{CB22EC99-C89A-4472-A5EA-819D6531E9B7}" destId="{EB251383-7755-4872-8C5E-44EC854B3889}" srcOrd="1" destOrd="0" presId="urn:microsoft.com/office/officeart/2005/8/layout/matrix3"/>
    <dgm:cxn modelId="{A8B15356-F779-4622-A3B7-253084EED634}" type="presParOf" srcId="{CB22EC99-C89A-4472-A5EA-819D6531E9B7}" destId="{13427812-7B63-4080-A771-5CBFE6C39CCE}" srcOrd="2" destOrd="0" presId="urn:microsoft.com/office/officeart/2005/8/layout/matrix3"/>
    <dgm:cxn modelId="{6D1F9348-5333-47D3-B136-DD42E0ED7BB2}" type="presParOf" srcId="{CB22EC99-C89A-4472-A5EA-819D6531E9B7}" destId="{78F56EB5-93D8-46F6-A201-FE299FE265E4}" srcOrd="3" destOrd="0" presId="urn:microsoft.com/office/officeart/2005/8/layout/matrix3"/>
    <dgm:cxn modelId="{B28F9AA0-8B0B-4FE3-AFFB-981865823869}" type="presParOf" srcId="{CB22EC99-C89A-4472-A5EA-819D6531E9B7}" destId="{7EDFCF53-18C2-4B0C-851A-A67FFBA2AB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AA9B2BA-9697-4FB1-A53B-9371E0948A07}" type="doc">
      <dgm:prSet loTypeId="urn:microsoft.com/office/officeart/2005/8/layout/cycle6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E96CF4E-8D48-41C2-8CC0-53D27D089989}">
      <dgm:prSet/>
      <dgm:spPr/>
      <dgm:t>
        <a:bodyPr/>
        <a:lstStyle/>
        <a:p>
          <a:r>
            <a:rPr lang="en-US"/>
            <a:t>This Power BI dashboard provides insights into airline operational performance.</a:t>
          </a:r>
        </a:p>
      </dgm:t>
    </dgm:pt>
    <dgm:pt modelId="{5E1AFFC6-CDC0-4EA0-B495-888D59363358}" type="parTrans" cxnId="{C9D401CA-D0D9-412B-AA17-044272EE4CC1}">
      <dgm:prSet/>
      <dgm:spPr/>
      <dgm:t>
        <a:bodyPr/>
        <a:lstStyle/>
        <a:p>
          <a:endParaRPr lang="en-US"/>
        </a:p>
      </dgm:t>
    </dgm:pt>
    <dgm:pt modelId="{D05D4635-7D5E-4C30-9EFC-03F36D51B190}" type="sibTrans" cxnId="{C9D401CA-D0D9-412B-AA17-044272EE4CC1}">
      <dgm:prSet/>
      <dgm:spPr/>
      <dgm:t>
        <a:bodyPr/>
        <a:lstStyle/>
        <a:p>
          <a:endParaRPr lang="en-US"/>
        </a:p>
      </dgm:t>
    </dgm:pt>
    <dgm:pt modelId="{8D0B9D77-C7AF-42F0-9114-6FEB3066B28B}">
      <dgm:prSet/>
      <dgm:spPr/>
      <dgm:t>
        <a:bodyPr/>
        <a:lstStyle/>
        <a:p>
          <a:r>
            <a:rPr lang="en-US"/>
            <a:t>It helps identify delay patterns, cancellation trends, and improvement opportunities.</a:t>
          </a:r>
        </a:p>
      </dgm:t>
    </dgm:pt>
    <dgm:pt modelId="{6254BA63-D785-4F99-9E50-C97ED7FF4B9B}" type="parTrans" cxnId="{47020B42-2B82-451B-87CE-1778B6DB3443}">
      <dgm:prSet/>
      <dgm:spPr/>
      <dgm:t>
        <a:bodyPr/>
        <a:lstStyle/>
        <a:p>
          <a:endParaRPr lang="en-US"/>
        </a:p>
      </dgm:t>
    </dgm:pt>
    <dgm:pt modelId="{8D87F646-F59E-4A52-87A9-C8A84A7AB8D8}" type="sibTrans" cxnId="{47020B42-2B82-451B-87CE-1778B6DB3443}">
      <dgm:prSet/>
      <dgm:spPr/>
      <dgm:t>
        <a:bodyPr/>
        <a:lstStyle/>
        <a:p>
          <a:endParaRPr lang="en-US"/>
        </a:p>
      </dgm:t>
    </dgm:pt>
    <dgm:pt modelId="{4C3471B1-E05C-4AC5-BAD4-25FC5AB6BDD3}" type="pres">
      <dgm:prSet presAssocID="{3AA9B2BA-9697-4FB1-A53B-9371E0948A07}" presName="cycle" presStyleCnt="0">
        <dgm:presLayoutVars>
          <dgm:dir/>
          <dgm:resizeHandles val="exact"/>
        </dgm:presLayoutVars>
      </dgm:prSet>
      <dgm:spPr/>
    </dgm:pt>
    <dgm:pt modelId="{FBF02010-EDEA-4541-B84A-BB32BD53E054}" type="pres">
      <dgm:prSet presAssocID="{7E96CF4E-8D48-41C2-8CC0-53D27D089989}" presName="node" presStyleLbl="node1" presStyleIdx="0" presStyleCnt="2">
        <dgm:presLayoutVars>
          <dgm:bulletEnabled val="1"/>
        </dgm:presLayoutVars>
      </dgm:prSet>
      <dgm:spPr/>
    </dgm:pt>
    <dgm:pt modelId="{1978C869-BB02-44BE-ADAA-260F3645A2B7}" type="pres">
      <dgm:prSet presAssocID="{7E96CF4E-8D48-41C2-8CC0-53D27D089989}" presName="spNode" presStyleCnt="0"/>
      <dgm:spPr/>
    </dgm:pt>
    <dgm:pt modelId="{A8AB3EBD-C8F5-4C60-BB20-D650CCB787A0}" type="pres">
      <dgm:prSet presAssocID="{D05D4635-7D5E-4C30-9EFC-03F36D51B190}" presName="sibTrans" presStyleLbl="sibTrans1D1" presStyleIdx="0" presStyleCnt="2"/>
      <dgm:spPr/>
    </dgm:pt>
    <dgm:pt modelId="{E08E8560-82F2-474D-8CBF-46C9001DB76C}" type="pres">
      <dgm:prSet presAssocID="{8D0B9D77-C7AF-42F0-9114-6FEB3066B28B}" presName="node" presStyleLbl="node1" presStyleIdx="1" presStyleCnt="2">
        <dgm:presLayoutVars>
          <dgm:bulletEnabled val="1"/>
        </dgm:presLayoutVars>
      </dgm:prSet>
      <dgm:spPr/>
    </dgm:pt>
    <dgm:pt modelId="{049D08C3-2217-4DFF-A35B-9FBF2F91291B}" type="pres">
      <dgm:prSet presAssocID="{8D0B9D77-C7AF-42F0-9114-6FEB3066B28B}" presName="spNode" presStyleCnt="0"/>
      <dgm:spPr/>
    </dgm:pt>
    <dgm:pt modelId="{1CD647A0-6226-4C6E-9806-A9FB0FB92A56}" type="pres">
      <dgm:prSet presAssocID="{8D87F646-F59E-4A52-87A9-C8A84A7AB8D8}" presName="sibTrans" presStyleLbl="sibTrans1D1" presStyleIdx="1" presStyleCnt="2"/>
      <dgm:spPr/>
    </dgm:pt>
  </dgm:ptLst>
  <dgm:cxnLst>
    <dgm:cxn modelId="{F0739E0D-EB7D-41F3-857E-43CCA9E149BE}" type="presOf" srcId="{8D87F646-F59E-4A52-87A9-C8A84A7AB8D8}" destId="{1CD647A0-6226-4C6E-9806-A9FB0FB92A56}" srcOrd="0" destOrd="0" presId="urn:microsoft.com/office/officeart/2005/8/layout/cycle6"/>
    <dgm:cxn modelId="{47020B42-2B82-451B-87CE-1778B6DB3443}" srcId="{3AA9B2BA-9697-4FB1-A53B-9371E0948A07}" destId="{8D0B9D77-C7AF-42F0-9114-6FEB3066B28B}" srcOrd="1" destOrd="0" parTransId="{6254BA63-D785-4F99-9E50-C97ED7FF4B9B}" sibTransId="{8D87F646-F59E-4A52-87A9-C8A84A7AB8D8}"/>
    <dgm:cxn modelId="{BFE75B65-3E83-4443-8ADF-69FD9A35AC89}" type="presOf" srcId="{8D0B9D77-C7AF-42F0-9114-6FEB3066B28B}" destId="{E08E8560-82F2-474D-8CBF-46C9001DB76C}" srcOrd="0" destOrd="0" presId="urn:microsoft.com/office/officeart/2005/8/layout/cycle6"/>
    <dgm:cxn modelId="{8B88476D-58B7-463C-80F7-A8576CA1ED3F}" type="presOf" srcId="{3AA9B2BA-9697-4FB1-A53B-9371E0948A07}" destId="{4C3471B1-E05C-4AC5-BAD4-25FC5AB6BDD3}" srcOrd="0" destOrd="0" presId="urn:microsoft.com/office/officeart/2005/8/layout/cycle6"/>
    <dgm:cxn modelId="{066F14BE-40C9-430D-A588-1CE84FA1B22D}" type="presOf" srcId="{D05D4635-7D5E-4C30-9EFC-03F36D51B190}" destId="{A8AB3EBD-C8F5-4C60-BB20-D650CCB787A0}" srcOrd="0" destOrd="0" presId="urn:microsoft.com/office/officeart/2005/8/layout/cycle6"/>
    <dgm:cxn modelId="{C9D401CA-D0D9-412B-AA17-044272EE4CC1}" srcId="{3AA9B2BA-9697-4FB1-A53B-9371E0948A07}" destId="{7E96CF4E-8D48-41C2-8CC0-53D27D089989}" srcOrd="0" destOrd="0" parTransId="{5E1AFFC6-CDC0-4EA0-B495-888D59363358}" sibTransId="{D05D4635-7D5E-4C30-9EFC-03F36D51B190}"/>
    <dgm:cxn modelId="{2B85A7E0-FA90-49C6-A569-DB38E44E62F0}" type="presOf" srcId="{7E96CF4E-8D48-41C2-8CC0-53D27D089989}" destId="{FBF02010-EDEA-4541-B84A-BB32BD53E054}" srcOrd="0" destOrd="0" presId="urn:microsoft.com/office/officeart/2005/8/layout/cycle6"/>
    <dgm:cxn modelId="{F2D46452-F79D-464C-8527-EA5BF1EB2DCD}" type="presParOf" srcId="{4C3471B1-E05C-4AC5-BAD4-25FC5AB6BDD3}" destId="{FBF02010-EDEA-4541-B84A-BB32BD53E054}" srcOrd="0" destOrd="0" presId="urn:microsoft.com/office/officeart/2005/8/layout/cycle6"/>
    <dgm:cxn modelId="{52656857-5790-4888-AEF1-C4DEB05EC072}" type="presParOf" srcId="{4C3471B1-E05C-4AC5-BAD4-25FC5AB6BDD3}" destId="{1978C869-BB02-44BE-ADAA-260F3645A2B7}" srcOrd="1" destOrd="0" presId="urn:microsoft.com/office/officeart/2005/8/layout/cycle6"/>
    <dgm:cxn modelId="{CA09DD98-BC0B-404C-9360-58A178E08B2F}" type="presParOf" srcId="{4C3471B1-E05C-4AC5-BAD4-25FC5AB6BDD3}" destId="{A8AB3EBD-C8F5-4C60-BB20-D650CCB787A0}" srcOrd="2" destOrd="0" presId="urn:microsoft.com/office/officeart/2005/8/layout/cycle6"/>
    <dgm:cxn modelId="{FD1CE663-28EA-45BD-94CF-90DA28EC6AC2}" type="presParOf" srcId="{4C3471B1-E05C-4AC5-BAD4-25FC5AB6BDD3}" destId="{E08E8560-82F2-474D-8CBF-46C9001DB76C}" srcOrd="3" destOrd="0" presId="urn:microsoft.com/office/officeart/2005/8/layout/cycle6"/>
    <dgm:cxn modelId="{5BE2F2D5-8595-402D-8704-DEE180D476C3}" type="presParOf" srcId="{4C3471B1-E05C-4AC5-BAD4-25FC5AB6BDD3}" destId="{049D08C3-2217-4DFF-A35B-9FBF2F91291B}" srcOrd="4" destOrd="0" presId="urn:microsoft.com/office/officeart/2005/8/layout/cycle6"/>
    <dgm:cxn modelId="{E3F2F40C-8C5F-47BA-8E58-DEAC6077D318}" type="presParOf" srcId="{4C3471B1-E05C-4AC5-BAD4-25FC5AB6BDD3}" destId="{1CD647A0-6226-4C6E-9806-A9FB0FB92A56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790EB-BEE4-4560-B268-7FB52E61B94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70C53-412B-4ADF-BDC8-D2CD767D1018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Analyze airline operational performance</a:t>
          </a:r>
        </a:p>
      </dsp:txBody>
      <dsp:txXfrm>
        <a:off x="25435" y="2276522"/>
        <a:ext cx="1800000" cy="720000"/>
      </dsp:txXfrm>
    </dsp:sp>
    <dsp:sp modelId="{ED21E0B7-6649-4145-8B24-6FD8E2CF32A4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131C4-23AE-4AE2-8F0D-732466DCDECD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Identify patterns in flight delays and cancellations</a:t>
          </a:r>
        </a:p>
      </dsp:txBody>
      <dsp:txXfrm>
        <a:off x="2140435" y="2276522"/>
        <a:ext cx="1800000" cy="720000"/>
      </dsp:txXfrm>
    </dsp:sp>
    <dsp:sp modelId="{2DCAD26E-E613-48F0-B637-5465398D64BA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55B0E-4001-4B35-A252-2F2D74A6A03E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Understand major causes of delays</a:t>
          </a:r>
        </a:p>
      </dsp:txBody>
      <dsp:txXfrm>
        <a:off x="4255435" y="2276522"/>
        <a:ext cx="1800000" cy="720000"/>
      </dsp:txXfrm>
    </dsp:sp>
    <dsp:sp modelId="{ADCC63E3-CF18-4F43-B3BC-F6E7B21487DA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C8F79-2959-4D26-88BE-D4B32C451D48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Provide insights to improve airline efficiency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4D225-8C5D-476A-84E6-203D7C83E3FF}">
      <dsp:nvSpPr>
        <dsp:cNvPr id="0" name=""/>
        <dsp:cNvSpPr/>
      </dsp:nvSpPr>
      <dsp:spPr>
        <a:xfrm>
          <a:off x="2633471" y="386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Dataset includes:</a:t>
          </a:r>
        </a:p>
      </dsp:txBody>
      <dsp:txXfrm>
        <a:off x="2663731" y="30646"/>
        <a:ext cx="2902136" cy="559368"/>
      </dsp:txXfrm>
    </dsp:sp>
    <dsp:sp modelId="{D8DC940A-7872-400D-94E8-77EFBE617940}">
      <dsp:nvSpPr>
        <dsp:cNvPr id="0" name=""/>
        <dsp:cNvSpPr/>
      </dsp:nvSpPr>
      <dsp:spPr>
        <a:xfrm>
          <a:off x="2633471" y="651270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Total Flights</a:t>
          </a:r>
        </a:p>
      </dsp:txBody>
      <dsp:txXfrm>
        <a:off x="2663731" y="681530"/>
        <a:ext cx="2902136" cy="559368"/>
      </dsp:txXfrm>
    </dsp:sp>
    <dsp:sp modelId="{B464D6DD-85D5-4F3C-8AF4-B48A6883EA57}">
      <dsp:nvSpPr>
        <dsp:cNvPr id="0" name=""/>
        <dsp:cNvSpPr/>
      </dsp:nvSpPr>
      <dsp:spPr>
        <a:xfrm>
          <a:off x="2633471" y="1302153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Delayed Flights</a:t>
          </a:r>
        </a:p>
      </dsp:txBody>
      <dsp:txXfrm>
        <a:off x="2663731" y="1332413"/>
        <a:ext cx="2902136" cy="559368"/>
      </dsp:txXfrm>
    </dsp:sp>
    <dsp:sp modelId="{B6CF4313-1E17-428B-8178-7BDE029EFDCC}">
      <dsp:nvSpPr>
        <dsp:cNvPr id="0" name=""/>
        <dsp:cNvSpPr/>
      </dsp:nvSpPr>
      <dsp:spPr>
        <a:xfrm>
          <a:off x="2633471" y="1953037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Cancelled Flights</a:t>
          </a:r>
        </a:p>
      </dsp:txBody>
      <dsp:txXfrm>
        <a:off x="2663731" y="1983297"/>
        <a:ext cx="2902136" cy="559368"/>
      </dsp:txXfrm>
    </dsp:sp>
    <dsp:sp modelId="{FA08B8D4-11D4-4560-9F92-3E72E1F6B52D}">
      <dsp:nvSpPr>
        <dsp:cNvPr id="0" name=""/>
        <dsp:cNvSpPr/>
      </dsp:nvSpPr>
      <dsp:spPr>
        <a:xfrm>
          <a:off x="2633471" y="2603920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Airlines and Airports</a:t>
          </a:r>
        </a:p>
      </dsp:txBody>
      <dsp:txXfrm>
        <a:off x="2663731" y="2634180"/>
        <a:ext cx="2902136" cy="559368"/>
      </dsp:txXfrm>
    </dsp:sp>
    <dsp:sp modelId="{F2E95B2F-1D07-4E22-818F-2B01FC98B77D}">
      <dsp:nvSpPr>
        <dsp:cNvPr id="0" name=""/>
        <dsp:cNvSpPr/>
      </dsp:nvSpPr>
      <dsp:spPr>
        <a:xfrm>
          <a:off x="2633471" y="3254803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Delay Causes</a:t>
          </a:r>
        </a:p>
      </dsp:txBody>
      <dsp:txXfrm>
        <a:off x="2663731" y="3285063"/>
        <a:ext cx="2902136" cy="559368"/>
      </dsp:txXfrm>
    </dsp:sp>
    <dsp:sp modelId="{7251C711-99DD-4BFD-ADF7-B3FCA0935E8F}">
      <dsp:nvSpPr>
        <dsp:cNvPr id="0" name=""/>
        <dsp:cNvSpPr/>
      </dsp:nvSpPr>
      <dsp:spPr>
        <a:xfrm>
          <a:off x="2633471" y="3905687"/>
          <a:ext cx="2962656" cy="619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Month and Year information</a:t>
          </a:r>
        </a:p>
      </dsp:txBody>
      <dsp:txXfrm>
        <a:off x="2663731" y="3935947"/>
        <a:ext cx="2902136" cy="5593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5EAF7-ED51-4C79-B070-E1EA00E91C9B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A9CBA-BA6E-4246-9D65-46153615B578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B2C7B-0EAB-435C-BED1-30E480A3FD3F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Shows total flights and delayed flights</a:t>
          </a:r>
        </a:p>
      </dsp:txBody>
      <dsp:txXfrm>
        <a:off x="518589" y="1265836"/>
        <a:ext cx="1582031" cy="632812"/>
      </dsp:txXfrm>
    </dsp:sp>
    <dsp:sp modelId="{52786D12-40BE-465C-A36A-03F402926DDF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89683-6B9C-4619-A103-773D147AABDA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90F8E-2940-4766-9D6A-4456166B80CB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Displays delay rate compared with target</a:t>
          </a:r>
        </a:p>
      </dsp:txBody>
      <dsp:txXfrm>
        <a:off x="2377476" y="1265836"/>
        <a:ext cx="1582031" cy="632812"/>
      </dsp:txXfrm>
    </dsp:sp>
    <dsp:sp modelId="{E3F57142-BD91-4BEF-BE8B-017B1A3C2197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A13E6-58D6-4630-86E6-7A79B1646384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28166-EC7E-4D67-A7C9-612AE782E66E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Monthly delay trend identifies seasonal patterns</a:t>
          </a:r>
        </a:p>
      </dsp:txBody>
      <dsp:txXfrm>
        <a:off x="4236363" y="1265836"/>
        <a:ext cx="1582031" cy="632812"/>
      </dsp:txXfrm>
    </dsp:sp>
    <dsp:sp modelId="{5C81DBEC-247C-4B8B-AD37-DF686952CD35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EF4C9-F213-45DC-8877-E8C3E9E7B19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46947-B791-4E46-8D1A-5B10E096A9CB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Airline comparison highlights airlines with more delays</a:t>
          </a:r>
        </a:p>
      </dsp:txBody>
      <dsp:txXfrm>
        <a:off x="6095249" y="1265836"/>
        <a:ext cx="1582031" cy="632812"/>
      </dsp:txXfrm>
    </dsp:sp>
    <dsp:sp modelId="{0A07E6B2-C6D6-4A16-8B83-AFEC79EC66E7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7FCE1-CA99-4392-9EB1-FEF6A375E4FC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0B63E-4985-48F5-A2A8-C4A7B5B41605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Delay causes visualization explains operational issues</a:t>
          </a:r>
        </a:p>
      </dsp:txBody>
      <dsp:txXfrm>
        <a:off x="3306919" y="3559781"/>
        <a:ext cx="1582031" cy="63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D5EDF-718D-4706-8C45-29A05358E61B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6CFFD-2E00-4B4F-803C-9618E7CF7BB1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Displays total cancelled flights and cancellation rate</a:t>
          </a:r>
        </a:p>
      </dsp:txBody>
      <dsp:txXfrm>
        <a:off x="2263900" y="496219"/>
        <a:ext cx="1531337" cy="1531337"/>
      </dsp:txXfrm>
    </dsp:sp>
    <dsp:sp modelId="{ACDB6833-372B-43CB-9EBB-A35A2552349B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Shows airlines with highest cancellations</a:t>
          </a:r>
        </a:p>
      </dsp:txBody>
      <dsp:txXfrm>
        <a:off x="4091462" y="496219"/>
        <a:ext cx="1531337" cy="1531337"/>
      </dsp:txXfrm>
    </dsp:sp>
    <dsp:sp modelId="{1C36A2AC-9E64-4093-8C6A-258A5BA9A5F1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Monthly cancellation trend analysis</a:t>
          </a:r>
        </a:p>
      </dsp:txBody>
      <dsp:txXfrm>
        <a:off x="2263900" y="2323781"/>
        <a:ext cx="1531337" cy="1531337"/>
      </dsp:txXfrm>
    </dsp:sp>
    <dsp:sp modelId="{51A3381D-18B8-449C-B03B-D025B782255F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Airport level cancellation comparison</a:t>
          </a:r>
        </a:p>
      </dsp:txBody>
      <dsp:txXfrm>
        <a:off x="4091462" y="2323781"/>
        <a:ext cx="1531337" cy="15313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CD25C-6097-44DF-A2C6-28EF2DEB4468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51383-7755-4872-8C5E-44EC854B3889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Certain airlines experience higher delays and cancellations</a:t>
          </a:r>
        </a:p>
      </dsp:txBody>
      <dsp:txXfrm>
        <a:off x="2263900" y="496219"/>
        <a:ext cx="1531337" cy="1531337"/>
      </dsp:txXfrm>
    </dsp:sp>
    <dsp:sp modelId="{13427812-7B63-4080-A771-5CBFE6C39CCE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Seasonal patterns affect flight operations</a:t>
          </a:r>
        </a:p>
      </dsp:txBody>
      <dsp:txXfrm>
        <a:off x="4091462" y="496219"/>
        <a:ext cx="1531337" cy="1531337"/>
      </dsp:txXfrm>
    </dsp:sp>
    <dsp:sp modelId="{78F56EB5-93D8-46F6-A201-FE299FE265E4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Major delays are caused by carrier and late aircraft issues</a:t>
          </a:r>
        </a:p>
      </dsp:txBody>
      <dsp:txXfrm>
        <a:off x="2263900" y="2323781"/>
        <a:ext cx="1531337" cy="1531337"/>
      </dsp:txXfrm>
    </dsp:sp>
    <dsp:sp modelId="{7EDFCF53-18C2-4B0C-851A-A67FFBA2ABD2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Airport analysis helps identify operational bottlenecks</a:t>
          </a:r>
        </a:p>
      </dsp:txBody>
      <dsp:txXfrm>
        <a:off x="4091462" y="2323781"/>
        <a:ext cx="1531337" cy="15313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02010-EDEA-4541-B84A-BB32BD53E054}">
      <dsp:nvSpPr>
        <dsp:cNvPr id="0" name=""/>
        <dsp:cNvSpPr/>
      </dsp:nvSpPr>
      <dsp:spPr>
        <a:xfrm>
          <a:off x="1097" y="1954907"/>
          <a:ext cx="2375547" cy="15441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Power BI dashboard provides insights into airline operational performance.</a:t>
          </a:r>
        </a:p>
      </dsp:txBody>
      <dsp:txXfrm>
        <a:off x="76474" y="2030284"/>
        <a:ext cx="2224793" cy="1393351"/>
      </dsp:txXfrm>
    </dsp:sp>
    <dsp:sp modelId="{A8AB3EBD-C8F5-4C60-BB20-D650CCB787A0}">
      <dsp:nvSpPr>
        <dsp:cNvPr id="0" name=""/>
        <dsp:cNvSpPr/>
      </dsp:nvSpPr>
      <dsp:spPr>
        <a:xfrm>
          <a:off x="1188871" y="1415769"/>
          <a:ext cx="2622381" cy="2622381"/>
        </a:xfrm>
        <a:custGeom>
          <a:avLst/>
          <a:gdLst/>
          <a:ahLst/>
          <a:cxnLst/>
          <a:rect l="0" t="0" r="0" b="0"/>
          <a:pathLst>
            <a:path>
              <a:moveTo>
                <a:pt x="264018" y="522107"/>
              </a:moveTo>
              <a:arcTo wR="1311190" hR="1311190" stAng="13019963" swAng="6360073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E8560-82F2-474D-8CBF-46C9001DB76C}">
      <dsp:nvSpPr>
        <dsp:cNvPr id="0" name=""/>
        <dsp:cNvSpPr/>
      </dsp:nvSpPr>
      <dsp:spPr>
        <a:xfrm>
          <a:off x="2623479" y="1954907"/>
          <a:ext cx="2375547" cy="15441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It helps identify delay patterns, cancellation trends, and improvement opportunities.</a:t>
          </a:r>
        </a:p>
      </dsp:txBody>
      <dsp:txXfrm>
        <a:off x="2698856" y="2030284"/>
        <a:ext cx="2224793" cy="1393351"/>
      </dsp:txXfrm>
    </dsp:sp>
    <dsp:sp modelId="{1CD647A0-6226-4C6E-9806-A9FB0FB92A56}">
      <dsp:nvSpPr>
        <dsp:cNvPr id="0" name=""/>
        <dsp:cNvSpPr/>
      </dsp:nvSpPr>
      <dsp:spPr>
        <a:xfrm>
          <a:off x="1188871" y="1415769"/>
          <a:ext cx="2622381" cy="2622381"/>
        </a:xfrm>
        <a:custGeom>
          <a:avLst/>
          <a:gdLst/>
          <a:ahLst/>
          <a:cxnLst/>
          <a:rect l="0" t="0" r="0" b="0"/>
          <a:pathLst>
            <a:path>
              <a:moveTo>
                <a:pt x="2358362" y="2100273"/>
              </a:moveTo>
              <a:arcTo wR="1311190" hR="1311190" stAng="2219963" swAng="6360073"/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Back view of an airplane">
            <a:extLst>
              <a:ext uri="{FF2B5EF4-FFF2-40B4-BE49-F238E27FC236}">
                <a16:creationId xmlns:a16="http://schemas.microsoft.com/office/drawing/2014/main" id="{C55971B8-AE7D-37B3-719A-5DE29B40CB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</a:rPr>
              <a:t>Comprehensive Analysis of U.S. Airline Flight Delays, Cancellations, and Operational Performance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n-IN" sz="1600">
                <a:solidFill>
                  <a:srgbClr val="FFFFFF"/>
                </a:solidFill>
              </a:rPr>
              <a:t>SULTHAN N</a:t>
            </a:r>
          </a:p>
          <a:p>
            <a:pPr algn="l"/>
            <a:r>
              <a:rPr lang="en-IN" sz="1600">
                <a:solidFill>
                  <a:srgbClr val="FFFFFF"/>
                </a:solidFill>
              </a:rPr>
              <a:t>AF05102984</a:t>
            </a:r>
          </a:p>
          <a:p>
            <a:pPr algn="l"/>
            <a:r>
              <a:rPr lang="en-IN" sz="1600">
                <a:solidFill>
                  <a:srgbClr val="FFFFFF"/>
                </a:solidFill>
              </a:rPr>
              <a:t>ANP-D4856</a:t>
            </a:r>
          </a:p>
          <a:p>
            <a:pPr algn="l"/>
            <a:endParaRPr lang="en-IN" sz="1600">
              <a:solidFill>
                <a:srgbClr val="FFFFFF"/>
              </a:solidFill>
            </a:endParaRPr>
          </a:p>
          <a:p>
            <a:pPr algn="l"/>
            <a:endParaRPr lang="en-IN" sz="1600">
              <a:solidFill>
                <a:srgbClr val="FFFFFF"/>
              </a:solidFill>
            </a:endParaRPr>
          </a:p>
          <a:p>
            <a:pPr algn="l"/>
            <a:endParaRPr lang="en-IN" sz="1600">
              <a:solidFill>
                <a:srgbClr val="FFFFFF"/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533FB3-8605-9E96-658C-21E90C06D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5715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EF6933-6645-821E-9620-1EF814640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05961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Flight Delay Analysis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0349A-AD52-757F-AA98-C768DE5DD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0" y="1655276"/>
            <a:ext cx="8757501" cy="5075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Delay Dashboard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436D3A-840F-0533-0D26-70D239FED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5647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Flight Cancellation Analysis Dashboard</a:t>
            </a:r>
          </a:p>
        </p:txBody>
      </p:sp>
      <p:pic>
        <p:nvPicPr>
          <p:cNvPr id="3" name="Picture 2" descr="8f35ebfb-925c-41a5-afad-72b71122d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29" y="1725105"/>
            <a:ext cx="8776355" cy="49962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/>
              <a:t>Cancellation Dashboard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A447E6-73BD-D7A8-47BF-AA7D7B8336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9398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/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6532BF-156E-216D-12CB-F84AC3E2D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88659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23DE04-CE96-0A25-7132-46FCF305A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91879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207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Comprehensive Analysis of U.S. Airline Flight Delays, Cancellations, and Operational Performance</vt:lpstr>
      <vt:lpstr>Project Overview</vt:lpstr>
      <vt:lpstr>Dataset Description</vt:lpstr>
      <vt:lpstr>Flight Delay Analysis Dashboard</vt:lpstr>
      <vt:lpstr>Delay Dashboard Insights</vt:lpstr>
      <vt:lpstr>Flight Cancellation Analysis Dashboard</vt:lpstr>
      <vt:lpstr>Cancellation Dashboard Insights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Sulthan N</cp:lastModifiedBy>
  <cp:revision>9</cp:revision>
  <dcterms:created xsi:type="dcterms:W3CDTF">2013-01-27T09:14:16Z</dcterms:created>
  <dcterms:modified xsi:type="dcterms:W3CDTF">2026-03-13T07:32:36Z</dcterms:modified>
  <cp:category/>
</cp:coreProperties>
</file>